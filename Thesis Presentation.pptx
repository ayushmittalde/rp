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25"/>
  </p:notesMasterIdLst>
  <p:handoutMasterIdLst>
    <p:handoutMasterId r:id="rId26"/>
  </p:handoutMasterIdLst>
  <p:sldIdLst>
    <p:sldId id="308" r:id="rId2"/>
    <p:sldId id="307" r:id="rId3"/>
    <p:sldId id="309" r:id="rId4"/>
    <p:sldId id="328" r:id="rId5"/>
    <p:sldId id="261" r:id="rId6"/>
    <p:sldId id="306" r:id="rId7"/>
    <p:sldId id="310" r:id="rId8"/>
    <p:sldId id="321" r:id="rId9"/>
    <p:sldId id="315" r:id="rId10"/>
    <p:sldId id="319" r:id="rId11"/>
    <p:sldId id="320" r:id="rId12"/>
    <p:sldId id="323" r:id="rId13"/>
    <p:sldId id="316" r:id="rId14"/>
    <p:sldId id="322" r:id="rId15"/>
    <p:sldId id="327" r:id="rId16"/>
    <p:sldId id="317" r:id="rId17"/>
    <p:sldId id="325" r:id="rId18"/>
    <p:sldId id="330" r:id="rId19"/>
    <p:sldId id="311" r:id="rId20"/>
    <p:sldId id="312" r:id="rId21"/>
    <p:sldId id="313" r:id="rId22"/>
    <p:sldId id="326" r:id="rId23"/>
    <p:sldId id="303" r:id="rId24"/>
  </p:sldIdLst>
  <p:sldSz cx="9144000" cy="5715000" type="screen16x10"/>
  <p:notesSz cx="6858000" cy="9144000"/>
  <p:defaultTextStyle>
    <a:defPPr>
      <a:defRPr lang="en-US"/>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07">
          <p15:clr>
            <a:srgbClr val="A4A3A4"/>
          </p15:clr>
        </p15:guide>
        <p15:guide id="2" orient="horz" pos="3207">
          <p15:clr>
            <a:srgbClr val="A4A3A4"/>
          </p15:clr>
        </p15:guide>
        <p15:guide id="3" pos="295">
          <p15:clr>
            <a:srgbClr val="A4A3A4"/>
          </p15:clr>
        </p15:guide>
        <p15:guide id="4" pos="5468">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95" autoAdjust="0"/>
    <p:restoredTop sz="95033" autoAdjust="0"/>
  </p:normalViewPr>
  <p:slideViewPr>
    <p:cSldViewPr snapToGrid="0">
      <p:cViewPr varScale="1">
        <p:scale>
          <a:sx n="94" d="100"/>
          <a:sy n="94" d="100"/>
        </p:scale>
        <p:origin x="1046" y="82"/>
      </p:cViewPr>
      <p:guideLst>
        <p:guide orient="horz" pos="1007"/>
        <p:guide orient="horz" pos="3207"/>
        <p:guide pos="295"/>
        <p:guide pos="5468"/>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83" d="100"/>
          <a:sy n="83" d="100"/>
        </p:scale>
        <p:origin x="385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B02DCD2-3820-4125-95E0-11A4B7A555BC}"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de-DE"/>
        </a:p>
      </dgm:t>
    </dgm:pt>
    <dgm:pt modelId="{10423F22-0317-4025-9586-93C5E1DD5FF2}">
      <dgm:prSet phldrT="[Text]"/>
      <dgm:spPr>
        <a:solidFill>
          <a:schemeClr val="accent2">
            <a:lumMod val="75000"/>
          </a:schemeClr>
        </a:solidFill>
      </dgm:spPr>
      <dgm:t>
        <a:bodyPr/>
        <a:lstStyle/>
        <a:p>
          <a:r>
            <a:rPr lang="de-DE" dirty="0"/>
            <a:t>Motivation	</a:t>
          </a:r>
        </a:p>
      </dgm:t>
    </dgm:pt>
    <dgm:pt modelId="{10EB8A76-DEA4-44AF-A06D-137A06BD640B}" type="parTrans" cxnId="{8D59EBA9-782D-4F88-ABFE-932C25BEA87F}">
      <dgm:prSet/>
      <dgm:spPr/>
      <dgm:t>
        <a:bodyPr/>
        <a:lstStyle/>
        <a:p>
          <a:endParaRPr lang="de-DE"/>
        </a:p>
      </dgm:t>
    </dgm:pt>
    <dgm:pt modelId="{A9284991-F00E-4D34-8B62-17B7CA4FCE04}" type="sibTrans" cxnId="{8D59EBA9-782D-4F88-ABFE-932C25BEA87F}">
      <dgm:prSet/>
      <dgm:spPr/>
      <dgm:t>
        <a:bodyPr/>
        <a:lstStyle/>
        <a:p>
          <a:endParaRPr lang="de-DE"/>
        </a:p>
      </dgm:t>
    </dgm:pt>
    <dgm:pt modelId="{2557B809-434A-4BB0-AFD5-4E59E31F9030}">
      <dgm:prSet phldrT="[Text]"/>
      <dgm:spPr/>
      <dgm:t>
        <a:bodyPr/>
        <a:lstStyle/>
        <a:p>
          <a:r>
            <a:rPr lang="de-DE" dirty="0"/>
            <a:t>Objectives</a:t>
          </a:r>
        </a:p>
      </dgm:t>
    </dgm:pt>
    <dgm:pt modelId="{480767CD-1B77-49D2-A2D8-93D4B6F5F1E5}" type="parTrans" cxnId="{69850D76-5F62-4DE3-BB4B-81BA24FAE95B}">
      <dgm:prSet/>
      <dgm:spPr/>
      <dgm:t>
        <a:bodyPr/>
        <a:lstStyle/>
        <a:p>
          <a:endParaRPr lang="de-DE"/>
        </a:p>
      </dgm:t>
    </dgm:pt>
    <dgm:pt modelId="{C8BDECDC-9742-40DE-B197-DC5546A88DE8}" type="sibTrans" cxnId="{69850D76-5F62-4DE3-BB4B-81BA24FAE95B}">
      <dgm:prSet/>
      <dgm:spPr/>
      <dgm:t>
        <a:bodyPr/>
        <a:lstStyle/>
        <a:p>
          <a:endParaRPr lang="de-DE"/>
        </a:p>
      </dgm:t>
    </dgm:pt>
    <dgm:pt modelId="{D8AC8EFC-D83E-4685-8E83-BF10302C2B25}">
      <dgm:prSet phldrT="[Text]"/>
      <dgm:spPr/>
      <dgm:t>
        <a:bodyPr/>
        <a:lstStyle/>
        <a:p>
          <a:r>
            <a:rPr lang="de-DE" dirty="0"/>
            <a:t>Methodology Overview</a:t>
          </a:r>
        </a:p>
      </dgm:t>
    </dgm:pt>
    <dgm:pt modelId="{2CDC8753-C777-468D-8A3C-A5A94CE229D0}" type="parTrans" cxnId="{C33F5555-65E5-4762-9ADF-D6EB78AA4CE2}">
      <dgm:prSet/>
      <dgm:spPr/>
      <dgm:t>
        <a:bodyPr/>
        <a:lstStyle/>
        <a:p>
          <a:endParaRPr lang="de-DE"/>
        </a:p>
      </dgm:t>
    </dgm:pt>
    <dgm:pt modelId="{A6448563-2CF3-45AF-96E9-8FAA39D4877E}" type="sibTrans" cxnId="{C33F5555-65E5-4762-9ADF-D6EB78AA4CE2}">
      <dgm:prSet/>
      <dgm:spPr/>
      <dgm:t>
        <a:bodyPr/>
        <a:lstStyle/>
        <a:p>
          <a:endParaRPr lang="de-DE"/>
        </a:p>
      </dgm:t>
    </dgm:pt>
    <dgm:pt modelId="{2DB1D243-F2C9-428C-869D-903F0E0DA6EE}">
      <dgm:prSet phldrT="[Text]"/>
      <dgm:spPr/>
      <dgm:t>
        <a:bodyPr/>
        <a:lstStyle/>
        <a:p>
          <a:r>
            <a:rPr lang="de-DE" dirty="0"/>
            <a:t>VS Code Agentic Infrastructure</a:t>
          </a:r>
        </a:p>
      </dgm:t>
    </dgm:pt>
    <dgm:pt modelId="{4ABB3E1F-E043-4F38-A38D-5C5BBAFEEAE5}" type="parTrans" cxnId="{18D4DDC8-8122-46EE-924E-83F25B578AC1}">
      <dgm:prSet/>
      <dgm:spPr/>
      <dgm:t>
        <a:bodyPr/>
        <a:lstStyle/>
        <a:p>
          <a:endParaRPr lang="de-DE"/>
        </a:p>
      </dgm:t>
    </dgm:pt>
    <dgm:pt modelId="{B89D86D4-4446-4B46-A24E-A47EEFD48640}" type="sibTrans" cxnId="{18D4DDC8-8122-46EE-924E-83F25B578AC1}">
      <dgm:prSet/>
      <dgm:spPr/>
      <dgm:t>
        <a:bodyPr/>
        <a:lstStyle/>
        <a:p>
          <a:endParaRPr lang="de-DE"/>
        </a:p>
      </dgm:t>
    </dgm:pt>
    <dgm:pt modelId="{D38A83C3-FF2A-410A-9D6C-C86BA9650A3A}">
      <dgm:prSet/>
      <dgm:spPr/>
      <dgm:t>
        <a:bodyPr/>
        <a:lstStyle/>
        <a:p>
          <a:r>
            <a:rPr lang="en-US" dirty="0"/>
            <a:t>Representation and Test Generation Methodology</a:t>
          </a:r>
        </a:p>
      </dgm:t>
    </dgm:pt>
    <dgm:pt modelId="{928AE796-2FE4-4D5D-8E13-64D65E1FD110}" type="parTrans" cxnId="{696263A2-B8C7-437E-AC1B-0FCCC28FFA6C}">
      <dgm:prSet/>
      <dgm:spPr/>
      <dgm:t>
        <a:bodyPr/>
        <a:lstStyle/>
        <a:p>
          <a:endParaRPr lang="en-US"/>
        </a:p>
      </dgm:t>
    </dgm:pt>
    <dgm:pt modelId="{FDF009CE-B537-4937-9772-A4574E213862}" type="sibTrans" cxnId="{696263A2-B8C7-437E-AC1B-0FCCC28FFA6C}">
      <dgm:prSet/>
      <dgm:spPr/>
      <dgm:t>
        <a:bodyPr/>
        <a:lstStyle/>
        <a:p>
          <a:endParaRPr lang="en-US"/>
        </a:p>
      </dgm:t>
    </dgm:pt>
    <dgm:pt modelId="{3BF4D055-6A8A-42B3-B099-CE8E90D1EA59}">
      <dgm:prSet/>
      <dgm:spPr/>
      <dgm:t>
        <a:bodyPr/>
        <a:lstStyle/>
        <a:p>
          <a:r>
            <a:rPr lang="en-US" dirty="0"/>
            <a:t>Experimental Setup and Results</a:t>
          </a:r>
        </a:p>
      </dgm:t>
    </dgm:pt>
    <dgm:pt modelId="{BF6062A6-0F07-4816-91CD-A4104913615F}" type="parTrans" cxnId="{2E5E76DE-C920-4FEE-8BE2-9B0E30D64DD5}">
      <dgm:prSet/>
      <dgm:spPr/>
      <dgm:t>
        <a:bodyPr/>
        <a:lstStyle/>
        <a:p>
          <a:endParaRPr lang="en-US"/>
        </a:p>
      </dgm:t>
    </dgm:pt>
    <dgm:pt modelId="{EF0F2B26-F954-4ADD-9B01-899897A26440}" type="sibTrans" cxnId="{2E5E76DE-C920-4FEE-8BE2-9B0E30D64DD5}">
      <dgm:prSet/>
      <dgm:spPr/>
      <dgm:t>
        <a:bodyPr/>
        <a:lstStyle/>
        <a:p>
          <a:endParaRPr lang="en-US"/>
        </a:p>
      </dgm:t>
    </dgm:pt>
    <dgm:pt modelId="{EC715D22-C989-467C-A1A5-EF1DA432628C}">
      <dgm:prSet/>
      <dgm:spPr/>
      <dgm:t>
        <a:bodyPr/>
        <a:lstStyle/>
        <a:p>
          <a:r>
            <a:rPr lang="en-US" dirty="0"/>
            <a:t>Learnings and Future Work</a:t>
          </a:r>
        </a:p>
      </dgm:t>
    </dgm:pt>
    <dgm:pt modelId="{A17F54E5-5DB1-4AE6-BC70-0F8FBEF0D60B}" type="parTrans" cxnId="{349F4AD8-CB45-47D1-9038-B79C29F2CD89}">
      <dgm:prSet/>
      <dgm:spPr/>
      <dgm:t>
        <a:bodyPr/>
        <a:lstStyle/>
        <a:p>
          <a:endParaRPr lang="en-US"/>
        </a:p>
      </dgm:t>
    </dgm:pt>
    <dgm:pt modelId="{F709AAFD-89D4-4857-8976-857E31EC4E63}" type="sibTrans" cxnId="{349F4AD8-CB45-47D1-9038-B79C29F2CD89}">
      <dgm:prSet/>
      <dgm:spPr/>
      <dgm:t>
        <a:bodyPr/>
        <a:lstStyle/>
        <a:p>
          <a:endParaRPr lang="en-US"/>
        </a:p>
      </dgm:t>
    </dgm:pt>
    <dgm:pt modelId="{D176A0B9-5F08-49E1-B6A0-E3AD58772872}" type="pres">
      <dgm:prSet presAssocID="{FB02DCD2-3820-4125-95E0-11A4B7A555BC}" presName="Name0" presStyleCnt="0">
        <dgm:presLayoutVars>
          <dgm:chMax val="7"/>
          <dgm:chPref val="7"/>
          <dgm:dir/>
        </dgm:presLayoutVars>
      </dgm:prSet>
      <dgm:spPr/>
    </dgm:pt>
    <dgm:pt modelId="{EB47B795-9A73-47C4-9FEB-E9D7985C1219}" type="pres">
      <dgm:prSet presAssocID="{FB02DCD2-3820-4125-95E0-11A4B7A555BC}" presName="Name1" presStyleCnt="0"/>
      <dgm:spPr/>
    </dgm:pt>
    <dgm:pt modelId="{91F5937B-A0F9-4903-A6E4-B225CD45F08C}" type="pres">
      <dgm:prSet presAssocID="{FB02DCD2-3820-4125-95E0-11A4B7A555BC}" presName="cycle" presStyleCnt="0"/>
      <dgm:spPr/>
    </dgm:pt>
    <dgm:pt modelId="{DB7E2955-1FAE-450E-9AFA-00AD2EFC6517}" type="pres">
      <dgm:prSet presAssocID="{FB02DCD2-3820-4125-95E0-11A4B7A555BC}" presName="srcNode" presStyleLbl="node1" presStyleIdx="0" presStyleCnt="7"/>
      <dgm:spPr/>
    </dgm:pt>
    <dgm:pt modelId="{0A9D5C03-4607-4EA0-A661-513CBDF21E43}" type="pres">
      <dgm:prSet presAssocID="{FB02DCD2-3820-4125-95E0-11A4B7A555BC}" presName="conn" presStyleLbl="parChTrans1D2" presStyleIdx="0" presStyleCnt="1"/>
      <dgm:spPr/>
    </dgm:pt>
    <dgm:pt modelId="{F755AE51-B64D-4B7B-A9AE-02F111718997}" type="pres">
      <dgm:prSet presAssocID="{FB02DCD2-3820-4125-95E0-11A4B7A555BC}" presName="extraNode" presStyleLbl="node1" presStyleIdx="0" presStyleCnt="7"/>
      <dgm:spPr/>
    </dgm:pt>
    <dgm:pt modelId="{751D48FE-2ACA-4448-86F5-1AA62583D8FE}" type="pres">
      <dgm:prSet presAssocID="{FB02DCD2-3820-4125-95E0-11A4B7A555BC}" presName="dstNode" presStyleLbl="node1" presStyleIdx="0" presStyleCnt="7"/>
      <dgm:spPr/>
    </dgm:pt>
    <dgm:pt modelId="{720267E3-7B81-434A-A61C-A5AF36B1BF6E}" type="pres">
      <dgm:prSet presAssocID="{10423F22-0317-4025-9586-93C5E1DD5FF2}" presName="text_1" presStyleLbl="node1" presStyleIdx="0" presStyleCnt="7">
        <dgm:presLayoutVars>
          <dgm:bulletEnabled val="1"/>
        </dgm:presLayoutVars>
      </dgm:prSet>
      <dgm:spPr/>
    </dgm:pt>
    <dgm:pt modelId="{CF6DF11D-15F5-4677-85A6-6FF299A1C38C}" type="pres">
      <dgm:prSet presAssocID="{10423F22-0317-4025-9586-93C5E1DD5FF2}" presName="accent_1" presStyleCnt="0"/>
      <dgm:spPr/>
    </dgm:pt>
    <dgm:pt modelId="{E07DDE42-E1B6-462D-9819-D48D0162728A}" type="pres">
      <dgm:prSet presAssocID="{10423F22-0317-4025-9586-93C5E1DD5FF2}" presName="accentRepeatNode" presStyleLbl="solidFgAcc1" presStyleIdx="0" presStyleCnt="7"/>
      <dgm:spPr/>
    </dgm:pt>
    <dgm:pt modelId="{747A18FF-2E39-4752-A0E1-29B17C301666}" type="pres">
      <dgm:prSet presAssocID="{2557B809-434A-4BB0-AFD5-4E59E31F9030}" presName="text_2" presStyleLbl="node1" presStyleIdx="1" presStyleCnt="7">
        <dgm:presLayoutVars>
          <dgm:bulletEnabled val="1"/>
        </dgm:presLayoutVars>
      </dgm:prSet>
      <dgm:spPr/>
    </dgm:pt>
    <dgm:pt modelId="{4351B899-B367-43A5-88BF-A0C4364FC352}" type="pres">
      <dgm:prSet presAssocID="{2557B809-434A-4BB0-AFD5-4E59E31F9030}" presName="accent_2" presStyleCnt="0"/>
      <dgm:spPr/>
    </dgm:pt>
    <dgm:pt modelId="{EE996F71-DCC0-46C3-B1FA-F9DCFF8FFBC4}" type="pres">
      <dgm:prSet presAssocID="{2557B809-434A-4BB0-AFD5-4E59E31F9030}" presName="accentRepeatNode" presStyleLbl="solidFgAcc1" presStyleIdx="1" presStyleCnt="7"/>
      <dgm:spPr/>
    </dgm:pt>
    <dgm:pt modelId="{FA6CFB98-9B8A-4D19-BE3E-3965E1B1E829}" type="pres">
      <dgm:prSet presAssocID="{D8AC8EFC-D83E-4685-8E83-BF10302C2B25}" presName="text_3" presStyleLbl="node1" presStyleIdx="2" presStyleCnt="7">
        <dgm:presLayoutVars>
          <dgm:bulletEnabled val="1"/>
        </dgm:presLayoutVars>
      </dgm:prSet>
      <dgm:spPr/>
    </dgm:pt>
    <dgm:pt modelId="{3628244E-B492-4076-A924-9B097F3A008C}" type="pres">
      <dgm:prSet presAssocID="{D8AC8EFC-D83E-4685-8E83-BF10302C2B25}" presName="accent_3" presStyleCnt="0"/>
      <dgm:spPr/>
    </dgm:pt>
    <dgm:pt modelId="{CFB1485B-9149-4E88-8335-269796F738A7}" type="pres">
      <dgm:prSet presAssocID="{D8AC8EFC-D83E-4685-8E83-BF10302C2B25}" presName="accentRepeatNode" presStyleLbl="solidFgAcc1" presStyleIdx="2" presStyleCnt="7"/>
      <dgm:spPr/>
    </dgm:pt>
    <dgm:pt modelId="{7461589E-8DD6-4245-9E8C-5C87D78F6D0B}" type="pres">
      <dgm:prSet presAssocID="{D38A83C3-FF2A-410A-9D6C-C86BA9650A3A}" presName="text_4" presStyleLbl="node1" presStyleIdx="3" presStyleCnt="7">
        <dgm:presLayoutVars>
          <dgm:bulletEnabled val="1"/>
        </dgm:presLayoutVars>
      </dgm:prSet>
      <dgm:spPr/>
    </dgm:pt>
    <dgm:pt modelId="{D4BE2C7A-A605-4F1A-A2AA-2E5130D31097}" type="pres">
      <dgm:prSet presAssocID="{D38A83C3-FF2A-410A-9D6C-C86BA9650A3A}" presName="accent_4" presStyleCnt="0"/>
      <dgm:spPr/>
    </dgm:pt>
    <dgm:pt modelId="{29270B76-20D7-4655-8282-F745009A658C}" type="pres">
      <dgm:prSet presAssocID="{D38A83C3-FF2A-410A-9D6C-C86BA9650A3A}" presName="accentRepeatNode" presStyleLbl="solidFgAcc1" presStyleIdx="3" presStyleCnt="7"/>
      <dgm:spPr/>
    </dgm:pt>
    <dgm:pt modelId="{413C3F73-761C-438D-9B0C-2BA1B7DD9DD9}" type="pres">
      <dgm:prSet presAssocID="{3BF4D055-6A8A-42B3-B099-CE8E90D1EA59}" presName="text_5" presStyleLbl="node1" presStyleIdx="4" presStyleCnt="7">
        <dgm:presLayoutVars>
          <dgm:bulletEnabled val="1"/>
        </dgm:presLayoutVars>
      </dgm:prSet>
      <dgm:spPr/>
    </dgm:pt>
    <dgm:pt modelId="{7ED13115-4FF3-44A7-8BE3-BD11057CDAAD}" type="pres">
      <dgm:prSet presAssocID="{3BF4D055-6A8A-42B3-B099-CE8E90D1EA59}" presName="accent_5" presStyleCnt="0"/>
      <dgm:spPr/>
    </dgm:pt>
    <dgm:pt modelId="{E67F79ED-0A32-4FAD-837E-CA43975CF404}" type="pres">
      <dgm:prSet presAssocID="{3BF4D055-6A8A-42B3-B099-CE8E90D1EA59}" presName="accentRepeatNode" presStyleLbl="solidFgAcc1" presStyleIdx="4" presStyleCnt="7"/>
      <dgm:spPr/>
    </dgm:pt>
    <dgm:pt modelId="{702A8CCA-691E-4844-9953-D1C09BEFAEC0}" type="pres">
      <dgm:prSet presAssocID="{2DB1D243-F2C9-428C-869D-903F0E0DA6EE}" presName="text_6" presStyleLbl="node1" presStyleIdx="5" presStyleCnt="7">
        <dgm:presLayoutVars>
          <dgm:bulletEnabled val="1"/>
        </dgm:presLayoutVars>
      </dgm:prSet>
      <dgm:spPr/>
    </dgm:pt>
    <dgm:pt modelId="{3A9553FC-FE0E-496F-8F46-616ECBCDC942}" type="pres">
      <dgm:prSet presAssocID="{2DB1D243-F2C9-428C-869D-903F0E0DA6EE}" presName="accent_6" presStyleCnt="0"/>
      <dgm:spPr/>
    </dgm:pt>
    <dgm:pt modelId="{C3D74F2F-5E7A-4A41-AEE1-90FEAADF06C3}" type="pres">
      <dgm:prSet presAssocID="{2DB1D243-F2C9-428C-869D-903F0E0DA6EE}" presName="accentRepeatNode" presStyleLbl="solidFgAcc1" presStyleIdx="5" presStyleCnt="7"/>
      <dgm:spPr/>
    </dgm:pt>
    <dgm:pt modelId="{37D3C7FC-0D83-4DAE-A99D-8C8DD7BA686C}" type="pres">
      <dgm:prSet presAssocID="{EC715D22-C989-467C-A1A5-EF1DA432628C}" presName="text_7" presStyleLbl="node1" presStyleIdx="6" presStyleCnt="7">
        <dgm:presLayoutVars>
          <dgm:bulletEnabled val="1"/>
        </dgm:presLayoutVars>
      </dgm:prSet>
      <dgm:spPr/>
    </dgm:pt>
    <dgm:pt modelId="{4BE868DB-8E49-4CA4-AB25-4D8270022AB8}" type="pres">
      <dgm:prSet presAssocID="{EC715D22-C989-467C-A1A5-EF1DA432628C}" presName="accent_7" presStyleCnt="0"/>
      <dgm:spPr/>
    </dgm:pt>
    <dgm:pt modelId="{9DC55C96-0F83-4123-88C0-C43C74709F57}" type="pres">
      <dgm:prSet presAssocID="{EC715D22-C989-467C-A1A5-EF1DA432628C}" presName="accentRepeatNode" presStyleLbl="solidFgAcc1" presStyleIdx="6" presStyleCnt="7"/>
      <dgm:spPr/>
    </dgm:pt>
  </dgm:ptLst>
  <dgm:cxnLst>
    <dgm:cxn modelId="{9BB27505-88EA-4A23-9FF1-44C895C3DC7E}" type="presOf" srcId="{D38A83C3-FF2A-410A-9D6C-C86BA9650A3A}" destId="{7461589E-8DD6-4245-9E8C-5C87D78F6D0B}" srcOrd="0" destOrd="0" presId="urn:microsoft.com/office/officeart/2008/layout/VerticalCurvedList"/>
    <dgm:cxn modelId="{5700B605-5B1E-4DC4-A000-9C341F2FB1C4}" type="presOf" srcId="{3BF4D055-6A8A-42B3-B099-CE8E90D1EA59}" destId="{413C3F73-761C-438D-9B0C-2BA1B7DD9DD9}" srcOrd="0" destOrd="0" presId="urn:microsoft.com/office/officeart/2008/layout/VerticalCurvedList"/>
    <dgm:cxn modelId="{6DD8AC09-E1CB-45C5-B2BD-A3EE59FC5C3C}" type="presOf" srcId="{2DB1D243-F2C9-428C-869D-903F0E0DA6EE}" destId="{702A8CCA-691E-4844-9953-D1C09BEFAEC0}" srcOrd="0" destOrd="0" presId="urn:microsoft.com/office/officeart/2008/layout/VerticalCurvedList"/>
    <dgm:cxn modelId="{93584B24-6A53-416E-AF52-5A9FAD1E7BF6}" type="presOf" srcId="{EC715D22-C989-467C-A1A5-EF1DA432628C}" destId="{37D3C7FC-0D83-4DAE-A99D-8C8DD7BA686C}" srcOrd="0" destOrd="0" presId="urn:microsoft.com/office/officeart/2008/layout/VerticalCurvedList"/>
    <dgm:cxn modelId="{4BCD8131-907D-4B51-A456-8F5789A11DBE}" type="presOf" srcId="{10423F22-0317-4025-9586-93C5E1DD5FF2}" destId="{720267E3-7B81-434A-A61C-A5AF36B1BF6E}" srcOrd="0" destOrd="0" presId="urn:microsoft.com/office/officeart/2008/layout/VerticalCurvedList"/>
    <dgm:cxn modelId="{C33F5555-65E5-4762-9ADF-D6EB78AA4CE2}" srcId="{FB02DCD2-3820-4125-95E0-11A4B7A555BC}" destId="{D8AC8EFC-D83E-4685-8E83-BF10302C2B25}" srcOrd="2" destOrd="0" parTransId="{2CDC8753-C777-468D-8A3C-A5A94CE229D0}" sibTransId="{A6448563-2CF3-45AF-96E9-8FAA39D4877E}"/>
    <dgm:cxn modelId="{69850D76-5F62-4DE3-BB4B-81BA24FAE95B}" srcId="{FB02DCD2-3820-4125-95E0-11A4B7A555BC}" destId="{2557B809-434A-4BB0-AFD5-4E59E31F9030}" srcOrd="1" destOrd="0" parTransId="{480767CD-1B77-49D2-A2D8-93D4B6F5F1E5}" sibTransId="{C8BDECDC-9742-40DE-B197-DC5546A88DE8}"/>
    <dgm:cxn modelId="{75C0AC56-8125-4FF4-A2CC-A26C4E706F2C}" type="presOf" srcId="{FB02DCD2-3820-4125-95E0-11A4B7A555BC}" destId="{D176A0B9-5F08-49E1-B6A0-E3AD58772872}" srcOrd="0" destOrd="0" presId="urn:microsoft.com/office/officeart/2008/layout/VerticalCurvedList"/>
    <dgm:cxn modelId="{2CD3A29B-B399-4D09-ADFD-F565FD196C09}" type="presOf" srcId="{A9284991-F00E-4D34-8B62-17B7CA4FCE04}" destId="{0A9D5C03-4607-4EA0-A661-513CBDF21E43}" srcOrd="0" destOrd="0" presId="urn:microsoft.com/office/officeart/2008/layout/VerticalCurvedList"/>
    <dgm:cxn modelId="{696263A2-B8C7-437E-AC1B-0FCCC28FFA6C}" srcId="{FB02DCD2-3820-4125-95E0-11A4B7A555BC}" destId="{D38A83C3-FF2A-410A-9D6C-C86BA9650A3A}" srcOrd="3" destOrd="0" parTransId="{928AE796-2FE4-4D5D-8E13-64D65E1FD110}" sibTransId="{FDF009CE-B537-4937-9772-A4574E213862}"/>
    <dgm:cxn modelId="{8FA2C1A4-EE8E-4A99-A31F-0C3775131B24}" type="presOf" srcId="{2557B809-434A-4BB0-AFD5-4E59E31F9030}" destId="{747A18FF-2E39-4752-A0E1-29B17C301666}" srcOrd="0" destOrd="0" presId="urn:microsoft.com/office/officeart/2008/layout/VerticalCurvedList"/>
    <dgm:cxn modelId="{8D59EBA9-782D-4F88-ABFE-932C25BEA87F}" srcId="{FB02DCD2-3820-4125-95E0-11A4B7A555BC}" destId="{10423F22-0317-4025-9586-93C5E1DD5FF2}" srcOrd="0" destOrd="0" parTransId="{10EB8A76-DEA4-44AF-A06D-137A06BD640B}" sibTransId="{A9284991-F00E-4D34-8B62-17B7CA4FCE04}"/>
    <dgm:cxn modelId="{18D4DDC8-8122-46EE-924E-83F25B578AC1}" srcId="{FB02DCD2-3820-4125-95E0-11A4B7A555BC}" destId="{2DB1D243-F2C9-428C-869D-903F0E0DA6EE}" srcOrd="5" destOrd="0" parTransId="{4ABB3E1F-E043-4F38-A38D-5C5BBAFEEAE5}" sibTransId="{B89D86D4-4446-4B46-A24E-A47EEFD48640}"/>
    <dgm:cxn modelId="{349F4AD8-CB45-47D1-9038-B79C29F2CD89}" srcId="{FB02DCD2-3820-4125-95E0-11A4B7A555BC}" destId="{EC715D22-C989-467C-A1A5-EF1DA432628C}" srcOrd="6" destOrd="0" parTransId="{A17F54E5-5DB1-4AE6-BC70-0F8FBEF0D60B}" sibTransId="{F709AAFD-89D4-4857-8976-857E31EC4E63}"/>
    <dgm:cxn modelId="{2E5E76DE-C920-4FEE-8BE2-9B0E30D64DD5}" srcId="{FB02DCD2-3820-4125-95E0-11A4B7A555BC}" destId="{3BF4D055-6A8A-42B3-B099-CE8E90D1EA59}" srcOrd="4" destOrd="0" parTransId="{BF6062A6-0F07-4816-91CD-A4104913615F}" sibTransId="{EF0F2B26-F954-4ADD-9B01-899897A26440}"/>
    <dgm:cxn modelId="{7EFDC7E0-318B-49F3-ABAF-E628ADAFF387}" type="presOf" srcId="{D8AC8EFC-D83E-4685-8E83-BF10302C2B25}" destId="{FA6CFB98-9B8A-4D19-BE3E-3965E1B1E829}" srcOrd="0" destOrd="0" presId="urn:microsoft.com/office/officeart/2008/layout/VerticalCurvedList"/>
    <dgm:cxn modelId="{7C7A4AB3-12F9-4AF2-BB59-9EFFF7B1402E}" type="presParOf" srcId="{D176A0B9-5F08-49E1-B6A0-E3AD58772872}" destId="{EB47B795-9A73-47C4-9FEB-E9D7985C1219}" srcOrd="0" destOrd="0" presId="urn:microsoft.com/office/officeart/2008/layout/VerticalCurvedList"/>
    <dgm:cxn modelId="{13B1D44D-9867-4466-B365-E6CC3CFD5D50}" type="presParOf" srcId="{EB47B795-9A73-47C4-9FEB-E9D7985C1219}" destId="{91F5937B-A0F9-4903-A6E4-B225CD45F08C}" srcOrd="0" destOrd="0" presId="urn:microsoft.com/office/officeart/2008/layout/VerticalCurvedList"/>
    <dgm:cxn modelId="{114D5198-5159-44D1-A17A-F48CAC4D11E4}" type="presParOf" srcId="{91F5937B-A0F9-4903-A6E4-B225CD45F08C}" destId="{DB7E2955-1FAE-450E-9AFA-00AD2EFC6517}" srcOrd="0" destOrd="0" presId="urn:microsoft.com/office/officeart/2008/layout/VerticalCurvedList"/>
    <dgm:cxn modelId="{3A73DAEE-31D2-40A1-9B03-5F7EBE441220}" type="presParOf" srcId="{91F5937B-A0F9-4903-A6E4-B225CD45F08C}" destId="{0A9D5C03-4607-4EA0-A661-513CBDF21E43}" srcOrd="1" destOrd="0" presId="urn:microsoft.com/office/officeart/2008/layout/VerticalCurvedList"/>
    <dgm:cxn modelId="{021CEFCE-F959-46CC-8E48-31585424FAD4}" type="presParOf" srcId="{91F5937B-A0F9-4903-A6E4-B225CD45F08C}" destId="{F755AE51-B64D-4B7B-A9AE-02F111718997}" srcOrd="2" destOrd="0" presId="urn:microsoft.com/office/officeart/2008/layout/VerticalCurvedList"/>
    <dgm:cxn modelId="{F24F4E8A-A13E-4A7C-879C-B4672587EDC4}" type="presParOf" srcId="{91F5937B-A0F9-4903-A6E4-B225CD45F08C}" destId="{751D48FE-2ACA-4448-86F5-1AA62583D8FE}" srcOrd="3" destOrd="0" presId="urn:microsoft.com/office/officeart/2008/layout/VerticalCurvedList"/>
    <dgm:cxn modelId="{16D236E0-A851-4A3A-9748-B54BF90ABCDF}" type="presParOf" srcId="{EB47B795-9A73-47C4-9FEB-E9D7985C1219}" destId="{720267E3-7B81-434A-A61C-A5AF36B1BF6E}" srcOrd="1" destOrd="0" presId="urn:microsoft.com/office/officeart/2008/layout/VerticalCurvedList"/>
    <dgm:cxn modelId="{4EB18CA9-485F-4458-BE8D-E7A5A636FBBF}" type="presParOf" srcId="{EB47B795-9A73-47C4-9FEB-E9D7985C1219}" destId="{CF6DF11D-15F5-4677-85A6-6FF299A1C38C}" srcOrd="2" destOrd="0" presId="urn:microsoft.com/office/officeart/2008/layout/VerticalCurvedList"/>
    <dgm:cxn modelId="{8FC3BADC-B356-4313-8763-DBB781041B88}" type="presParOf" srcId="{CF6DF11D-15F5-4677-85A6-6FF299A1C38C}" destId="{E07DDE42-E1B6-462D-9819-D48D0162728A}" srcOrd="0" destOrd="0" presId="urn:microsoft.com/office/officeart/2008/layout/VerticalCurvedList"/>
    <dgm:cxn modelId="{4A37BAB4-DFCE-4A5A-9A1A-0E1879B55C64}" type="presParOf" srcId="{EB47B795-9A73-47C4-9FEB-E9D7985C1219}" destId="{747A18FF-2E39-4752-A0E1-29B17C301666}" srcOrd="3" destOrd="0" presId="urn:microsoft.com/office/officeart/2008/layout/VerticalCurvedList"/>
    <dgm:cxn modelId="{F5EDDF57-71F9-406D-A840-190BAB5FC98B}" type="presParOf" srcId="{EB47B795-9A73-47C4-9FEB-E9D7985C1219}" destId="{4351B899-B367-43A5-88BF-A0C4364FC352}" srcOrd="4" destOrd="0" presId="urn:microsoft.com/office/officeart/2008/layout/VerticalCurvedList"/>
    <dgm:cxn modelId="{5F42C170-D6B7-4644-9602-457F282A9AFC}" type="presParOf" srcId="{4351B899-B367-43A5-88BF-A0C4364FC352}" destId="{EE996F71-DCC0-46C3-B1FA-F9DCFF8FFBC4}" srcOrd="0" destOrd="0" presId="urn:microsoft.com/office/officeart/2008/layout/VerticalCurvedList"/>
    <dgm:cxn modelId="{6B8A4E42-299A-4E78-BD6F-932FE199B0B3}" type="presParOf" srcId="{EB47B795-9A73-47C4-9FEB-E9D7985C1219}" destId="{FA6CFB98-9B8A-4D19-BE3E-3965E1B1E829}" srcOrd="5" destOrd="0" presId="urn:microsoft.com/office/officeart/2008/layout/VerticalCurvedList"/>
    <dgm:cxn modelId="{3EEAA6EE-370C-4A65-AD2D-75E4A9EC82BA}" type="presParOf" srcId="{EB47B795-9A73-47C4-9FEB-E9D7985C1219}" destId="{3628244E-B492-4076-A924-9B097F3A008C}" srcOrd="6" destOrd="0" presId="urn:microsoft.com/office/officeart/2008/layout/VerticalCurvedList"/>
    <dgm:cxn modelId="{3C2C64D1-5E27-46A5-9225-A8063AF6153C}" type="presParOf" srcId="{3628244E-B492-4076-A924-9B097F3A008C}" destId="{CFB1485B-9149-4E88-8335-269796F738A7}" srcOrd="0" destOrd="0" presId="urn:microsoft.com/office/officeart/2008/layout/VerticalCurvedList"/>
    <dgm:cxn modelId="{8CB7E0DF-304E-4161-9AB6-6FA63F473C60}" type="presParOf" srcId="{EB47B795-9A73-47C4-9FEB-E9D7985C1219}" destId="{7461589E-8DD6-4245-9E8C-5C87D78F6D0B}" srcOrd="7" destOrd="0" presId="urn:microsoft.com/office/officeart/2008/layout/VerticalCurvedList"/>
    <dgm:cxn modelId="{18DC3A8E-EC88-4E78-AE13-19686CA7184D}" type="presParOf" srcId="{EB47B795-9A73-47C4-9FEB-E9D7985C1219}" destId="{D4BE2C7A-A605-4F1A-A2AA-2E5130D31097}" srcOrd="8" destOrd="0" presId="urn:microsoft.com/office/officeart/2008/layout/VerticalCurvedList"/>
    <dgm:cxn modelId="{2EBB1817-D6CD-4032-B844-3E74A7CECA9C}" type="presParOf" srcId="{D4BE2C7A-A605-4F1A-A2AA-2E5130D31097}" destId="{29270B76-20D7-4655-8282-F745009A658C}" srcOrd="0" destOrd="0" presId="urn:microsoft.com/office/officeart/2008/layout/VerticalCurvedList"/>
    <dgm:cxn modelId="{DC8FA047-2F7F-4602-B36E-79FE52BD56CB}" type="presParOf" srcId="{EB47B795-9A73-47C4-9FEB-E9D7985C1219}" destId="{413C3F73-761C-438D-9B0C-2BA1B7DD9DD9}" srcOrd="9" destOrd="0" presId="urn:microsoft.com/office/officeart/2008/layout/VerticalCurvedList"/>
    <dgm:cxn modelId="{66615653-AFEB-4000-AF14-2B3A277B2D27}" type="presParOf" srcId="{EB47B795-9A73-47C4-9FEB-E9D7985C1219}" destId="{7ED13115-4FF3-44A7-8BE3-BD11057CDAAD}" srcOrd="10" destOrd="0" presId="urn:microsoft.com/office/officeart/2008/layout/VerticalCurvedList"/>
    <dgm:cxn modelId="{14E5C614-03BA-43A5-A62F-C73C0F42E861}" type="presParOf" srcId="{7ED13115-4FF3-44A7-8BE3-BD11057CDAAD}" destId="{E67F79ED-0A32-4FAD-837E-CA43975CF404}" srcOrd="0" destOrd="0" presId="urn:microsoft.com/office/officeart/2008/layout/VerticalCurvedList"/>
    <dgm:cxn modelId="{DDCFF534-36E2-410C-B9F9-21DEB8A2E2FB}" type="presParOf" srcId="{EB47B795-9A73-47C4-9FEB-E9D7985C1219}" destId="{702A8CCA-691E-4844-9953-D1C09BEFAEC0}" srcOrd="11" destOrd="0" presId="urn:microsoft.com/office/officeart/2008/layout/VerticalCurvedList"/>
    <dgm:cxn modelId="{14F16967-DF1F-4A04-8198-BBF6CFF41260}" type="presParOf" srcId="{EB47B795-9A73-47C4-9FEB-E9D7985C1219}" destId="{3A9553FC-FE0E-496F-8F46-616ECBCDC942}" srcOrd="12" destOrd="0" presId="urn:microsoft.com/office/officeart/2008/layout/VerticalCurvedList"/>
    <dgm:cxn modelId="{D1BA2F2C-DAB7-4848-9466-27CFAFE48DC2}" type="presParOf" srcId="{3A9553FC-FE0E-496F-8F46-616ECBCDC942}" destId="{C3D74F2F-5E7A-4A41-AEE1-90FEAADF06C3}" srcOrd="0" destOrd="0" presId="urn:microsoft.com/office/officeart/2008/layout/VerticalCurvedList"/>
    <dgm:cxn modelId="{78E3477F-49F6-4BD5-8762-5B22DC42AE37}" type="presParOf" srcId="{EB47B795-9A73-47C4-9FEB-E9D7985C1219}" destId="{37D3C7FC-0D83-4DAE-A99D-8C8DD7BA686C}" srcOrd="13" destOrd="0" presId="urn:microsoft.com/office/officeart/2008/layout/VerticalCurvedList"/>
    <dgm:cxn modelId="{C5723D9B-9B82-446C-854A-D51CAFD058BB}" type="presParOf" srcId="{EB47B795-9A73-47C4-9FEB-E9D7985C1219}" destId="{4BE868DB-8E49-4CA4-AB25-4D8270022AB8}" srcOrd="14" destOrd="0" presId="urn:microsoft.com/office/officeart/2008/layout/VerticalCurvedList"/>
    <dgm:cxn modelId="{E87FC67E-783D-405E-B2B3-FB6751D3DB00}" type="presParOf" srcId="{4BE868DB-8E49-4CA4-AB25-4D8270022AB8}" destId="{9DC55C96-0F83-4123-88C0-C43C74709F57}"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9B0A339-744E-41D7-9FCA-ED09C1AB21EA}" type="doc">
      <dgm:prSet loTypeId="urn:microsoft.com/office/officeart/2005/8/layout/list1" loCatId="list" qsTypeId="urn:microsoft.com/office/officeart/2005/8/quickstyle/simple2" qsCatId="simple" csTypeId="urn:microsoft.com/office/officeart/2005/8/colors/accent1_2" csCatId="accent1" phldr="1"/>
      <dgm:spPr/>
      <dgm:t>
        <a:bodyPr/>
        <a:lstStyle/>
        <a:p>
          <a:endParaRPr lang="en-US"/>
        </a:p>
      </dgm:t>
    </dgm:pt>
    <dgm:pt modelId="{F605D19D-0F4C-4BE2-A188-E2DF4B36407E}">
      <dgm:prSet phldrT="[Text]" custT="1"/>
      <dgm:spPr/>
      <dgm:t>
        <a:bodyPr/>
        <a:lstStyle/>
        <a:p>
          <a:r>
            <a:rPr lang="en-US" sz="1400" dirty="0"/>
            <a:t>Transform natural-language documentation into structured representations for test derivation.</a:t>
          </a:r>
        </a:p>
      </dgm:t>
    </dgm:pt>
    <dgm:pt modelId="{2046A224-8963-4AB5-B95A-C11B7BECA07E}" type="parTrans" cxnId="{06F99CF2-6439-4AD8-B253-B2F4C915397A}">
      <dgm:prSet/>
      <dgm:spPr/>
      <dgm:t>
        <a:bodyPr/>
        <a:lstStyle/>
        <a:p>
          <a:endParaRPr lang="en-US"/>
        </a:p>
      </dgm:t>
    </dgm:pt>
    <dgm:pt modelId="{DB930B30-4981-4CFD-9724-E6D7FB2B2536}" type="sibTrans" cxnId="{06F99CF2-6439-4AD8-B253-B2F4C915397A}">
      <dgm:prSet/>
      <dgm:spPr/>
      <dgm:t>
        <a:bodyPr/>
        <a:lstStyle/>
        <a:p>
          <a:endParaRPr lang="en-US"/>
        </a:p>
      </dgm:t>
    </dgm:pt>
    <dgm:pt modelId="{B7A3AD80-FAB7-424D-976D-C30E3A26601A}">
      <dgm:prSet phldrT="[Text]" custT="1"/>
      <dgm:spPr/>
      <dgm:t>
        <a:bodyPr/>
        <a:lstStyle/>
        <a:p>
          <a:r>
            <a:rPr lang="en-US" sz="1400" dirty="0"/>
            <a:t>Use AI agents to generate deterministic, infrastructure-aligned tests.</a:t>
          </a:r>
        </a:p>
      </dgm:t>
    </dgm:pt>
    <dgm:pt modelId="{B15CAB93-E620-4383-869C-123516CD0CC7}" type="parTrans" cxnId="{4C31ADCB-413D-430C-9E62-12D50D131CBA}">
      <dgm:prSet/>
      <dgm:spPr/>
      <dgm:t>
        <a:bodyPr/>
        <a:lstStyle/>
        <a:p>
          <a:endParaRPr lang="en-US"/>
        </a:p>
      </dgm:t>
    </dgm:pt>
    <dgm:pt modelId="{3CA9C2C7-2B90-4FE2-8CC3-5F87DCCC63C0}" type="sibTrans" cxnId="{4C31ADCB-413D-430C-9E62-12D50D131CBA}">
      <dgm:prSet/>
      <dgm:spPr/>
      <dgm:t>
        <a:bodyPr/>
        <a:lstStyle/>
        <a:p>
          <a:endParaRPr lang="en-US"/>
        </a:p>
      </dgm:t>
    </dgm:pt>
    <dgm:pt modelId="{4D70C55F-5137-4486-8588-BA4D751A2D9D}">
      <dgm:prSet phldrT="[Text]" custT="1"/>
      <dgm:spPr/>
      <dgm:t>
        <a:bodyPr/>
        <a:lstStyle/>
        <a:p>
          <a:r>
            <a:rPr lang="en-US" sz="1400" dirty="0"/>
            <a:t>Evaluate effectiveness and failure profile of LLM-assisted generation.</a:t>
          </a:r>
        </a:p>
      </dgm:t>
    </dgm:pt>
    <dgm:pt modelId="{529CF410-1F0A-4299-8692-06A8EF9E2F0C}" type="sibTrans" cxnId="{E539CBB6-4E92-4281-8BA3-8C435A22D4FE}">
      <dgm:prSet/>
      <dgm:spPr/>
      <dgm:t>
        <a:bodyPr/>
        <a:lstStyle/>
        <a:p>
          <a:endParaRPr lang="en-US"/>
        </a:p>
      </dgm:t>
    </dgm:pt>
    <dgm:pt modelId="{BB06B855-867F-4FCF-B1C7-190D7501D8FA}" type="parTrans" cxnId="{E539CBB6-4E92-4281-8BA3-8C435A22D4FE}">
      <dgm:prSet/>
      <dgm:spPr/>
      <dgm:t>
        <a:bodyPr/>
        <a:lstStyle/>
        <a:p>
          <a:endParaRPr lang="en-US"/>
        </a:p>
      </dgm:t>
    </dgm:pt>
    <dgm:pt modelId="{E23B5DAE-76C4-4355-901C-19DAC45F8A5B}" type="pres">
      <dgm:prSet presAssocID="{39B0A339-744E-41D7-9FCA-ED09C1AB21EA}" presName="linear" presStyleCnt="0">
        <dgm:presLayoutVars>
          <dgm:dir/>
          <dgm:animLvl val="lvl"/>
          <dgm:resizeHandles val="exact"/>
        </dgm:presLayoutVars>
      </dgm:prSet>
      <dgm:spPr/>
    </dgm:pt>
    <dgm:pt modelId="{66E19DCD-1A0F-4A74-A783-B00E89A00617}" type="pres">
      <dgm:prSet presAssocID="{F605D19D-0F4C-4BE2-A188-E2DF4B36407E}" presName="parentLin" presStyleCnt="0"/>
      <dgm:spPr/>
    </dgm:pt>
    <dgm:pt modelId="{0C7F0477-72D9-42D1-AA56-E84C22EA34B4}" type="pres">
      <dgm:prSet presAssocID="{F605D19D-0F4C-4BE2-A188-E2DF4B36407E}" presName="parentLeftMargin" presStyleLbl="node1" presStyleIdx="0" presStyleCnt="3"/>
      <dgm:spPr/>
    </dgm:pt>
    <dgm:pt modelId="{121E2533-716B-448A-885D-A0C8E3ECB25D}" type="pres">
      <dgm:prSet presAssocID="{F605D19D-0F4C-4BE2-A188-E2DF4B36407E}" presName="parentText" presStyleLbl="node1" presStyleIdx="0" presStyleCnt="3">
        <dgm:presLayoutVars>
          <dgm:chMax val="0"/>
          <dgm:bulletEnabled val="1"/>
        </dgm:presLayoutVars>
      </dgm:prSet>
      <dgm:spPr/>
    </dgm:pt>
    <dgm:pt modelId="{B8A8CDBF-5E6A-4EAF-BDC4-2A336A29DBBC}" type="pres">
      <dgm:prSet presAssocID="{F605D19D-0F4C-4BE2-A188-E2DF4B36407E}" presName="negativeSpace" presStyleCnt="0"/>
      <dgm:spPr/>
    </dgm:pt>
    <dgm:pt modelId="{CF0CACB3-92F7-471C-A03A-FC733706AB59}" type="pres">
      <dgm:prSet presAssocID="{F605D19D-0F4C-4BE2-A188-E2DF4B36407E}" presName="childText" presStyleLbl="conFgAcc1" presStyleIdx="0" presStyleCnt="3">
        <dgm:presLayoutVars>
          <dgm:bulletEnabled val="1"/>
        </dgm:presLayoutVars>
      </dgm:prSet>
      <dgm:spPr/>
    </dgm:pt>
    <dgm:pt modelId="{4080CC39-8B48-46FD-9CCE-18CF93BD509A}" type="pres">
      <dgm:prSet presAssocID="{DB930B30-4981-4CFD-9724-E6D7FB2B2536}" presName="spaceBetweenRectangles" presStyleCnt="0"/>
      <dgm:spPr/>
    </dgm:pt>
    <dgm:pt modelId="{7012BC48-A3AB-4B3F-9C99-290396A93550}" type="pres">
      <dgm:prSet presAssocID="{B7A3AD80-FAB7-424D-976D-C30E3A26601A}" presName="parentLin" presStyleCnt="0"/>
      <dgm:spPr/>
    </dgm:pt>
    <dgm:pt modelId="{6A276B21-ED90-4082-9FEE-743B05916DD9}" type="pres">
      <dgm:prSet presAssocID="{B7A3AD80-FAB7-424D-976D-C30E3A26601A}" presName="parentLeftMargin" presStyleLbl="node1" presStyleIdx="0" presStyleCnt="3"/>
      <dgm:spPr/>
    </dgm:pt>
    <dgm:pt modelId="{F45AC20B-BBE7-461F-8E42-C76EC0869FD4}" type="pres">
      <dgm:prSet presAssocID="{B7A3AD80-FAB7-424D-976D-C30E3A26601A}" presName="parentText" presStyleLbl="node1" presStyleIdx="1" presStyleCnt="3">
        <dgm:presLayoutVars>
          <dgm:chMax val="0"/>
          <dgm:bulletEnabled val="1"/>
        </dgm:presLayoutVars>
      </dgm:prSet>
      <dgm:spPr/>
    </dgm:pt>
    <dgm:pt modelId="{2124DDED-DD75-47D3-91AA-100F24271DCF}" type="pres">
      <dgm:prSet presAssocID="{B7A3AD80-FAB7-424D-976D-C30E3A26601A}" presName="negativeSpace" presStyleCnt="0"/>
      <dgm:spPr/>
    </dgm:pt>
    <dgm:pt modelId="{10F3A4FC-A07C-4B72-83C3-3C97E4574311}" type="pres">
      <dgm:prSet presAssocID="{B7A3AD80-FAB7-424D-976D-C30E3A26601A}" presName="childText" presStyleLbl="conFgAcc1" presStyleIdx="1" presStyleCnt="3">
        <dgm:presLayoutVars>
          <dgm:bulletEnabled val="1"/>
        </dgm:presLayoutVars>
      </dgm:prSet>
      <dgm:spPr/>
    </dgm:pt>
    <dgm:pt modelId="{5C13BE31-B7D6-49A0-89F6-89AA739AAC36}" type="pres">
      <dgm:prSet presAssocID="{3CA9C2C7-2B90-4FE2-8CC3-5F87DCCC63C0}" presName="spaceBetweenRectangles" presStyleCnt="0"/>
      <dgm:spPr/>
    </dgm:pt>
    <dgm:pt modelId="{A5778598-F74C-4AC9-B92A-3E59F8CB67BB}" type="pres">
      <dgm:prSet presAssocID="{4D70C55F-5137-4486-8588-BA4D751A2D9D}" presName="parentLin" presStyleCnt="0"/>
      <dgm:spPr/>
    </dgm:pt>
    <dgm:pt modelId="{C57F10F3-A7E4-46BE-A0EA-FDA7511292FF}" type="pres">
      <dgm:prSet presAssocID="{4D70C55F-5137-4486-8588-BA4D751A2D9D}" presName="parentLeftMargin" presStyleLbl="node1" presStyleIdx="1" presStyleCnt="3"/>
      <dgm:spPr/>
    </dgm:pt>
    <dgm:pt modelId="{D5083C0F-0961-4AEE-8985-4B168770E93F}" type="pres">
      <dgm:prSet presAssocID="{4D70C55F-5137-4486-8588-BA4D751A2D9D}" presName="parentText" presStyleLbl="node1" presStyleIdx="2" presStyleCnt="3">
        <dgm:presLayoutVars>
          <dgm:chMax val="0"/>
          <dgm:bulletEnabled val="1"/>
        </dgm:presLayoutVars>
      </dgm:prSet>
      <dgm:spPr/>
    </dgm:pt>
    <dgm:pt modelId="{896B3011-B6DB-45F2-8019-0EBFDBA74D08}" type="pres">
      <dgm:prSet presAssocID="{4D70C55F-5137-4486-8588-BA4D751A2D9D}" presName="negativeSpace" presStyleCnt="0"/>
      <dgm:spPr/>
    </dgm:pt>
    <dgm:pt modelId="{8C739870-6F1F-4895-8D1A-CEA113ABAE00}" type="pres">
      <dgm:prSet presAssocID="{4D70C55F-5137-4486-8588-BA4D751A2D9D}" presName="childText" presStyleLbl="conFgAcc1" presStyleIdx="2" presStyleCnt="3">
        <dgm:presLayoutVars>
          <dgm:bulletEnabled val="1"/>
        </dgm:presLayoutVars>
      </dgm:prSet>
      <dgm:spPr/>
    </dgm:pt>
  </dgm:ptLst>
  <dgm:cxnLst>
    <dgm:cxn modelId="{9296611B-4346-4484-B646-6742FD64DE8D}" type="presOf" srcId="{B7A3AD80-FAB7-424D-976D-C30E3A26601A}" destId="{6A276B21-ED90-4082-9FEE-743B05916DD9}" srcOrd="0" destOrd="0" presId="urn:microsoft.com/office/officeart/2005/8/layout/list1"/>
    <dgm:cxn modelId="{34BF1537-34E8-4CDF-8DC1-880745D1FAE9}" type="presOf" srcId="{B7A3AD80-FAB7-424D-976D-C30E3A26601A}" destId="{F45AC20B-BBE7-461F-8E42-C76EC0869FD4}" srcOrd="1" destOrd="0" presId="urn:microsoft.com/office/officeart/2005/8/layout/list1"/>
    <dgm:cxn modelId="{20884377-588F-4A9D-B099-5D038E39A88E}" type="presOf" srcId="{4D70C55F-5137-4486-8588-BA4D751A2D9D}" destId="{C57F10F3-A7E4-46BE-A0EA-FDA7511292FF}" srcOrd="0" destOrd="0" presId="urn:microsoft.com/office/officeart/2005/8/layout/list1"/>
    <dgm:cxn modelId="{F332FC86-7C8B-40F8-B67A-E4EE0C3E3916}" type="presOf" srcId="{F605D19D-0F4C-4BE2-A188-E2DF4B36407E}" destId="{0C7F0477-72D9-42D1-AA56-E84C22EA34B4}" srcOrd="0" destOrd="0" presId="urn:microsoft.com/office/officeart/2005/8/layout/list1"/>
    <dgm:cxn modelId="{50930FAF-3807-47DE-B0BD-348E5A14ABA4}" type="presOf" srcId="{4D70C55F-5137-4486-8588-BA4D751A2D9D}" destId="{D5083C0F-0961-4AEE-8985-4B168770E93F}" srcOrd="1" destOrd="0" presId="urn:microsoft.com/office/officeart/2005/8/layout/list1"/>
    <dgm:cxn modelId="{EBA7CBB5-E7C4-48A7-AAEE-090B60E56A80}" type="presOf" srcId="{39B0A339-744E-41D7-9FCA-ED09C1AB21EA}" destId="{E23B5DAE-76C4-4355-901C-19DAC45F8A5B}" srcOrd="0" destOrd="0" presId="urn:microsoft.com/office/officeart/2005/8/layout/list1"/>
    <dgm:cxn modelId="{E539CBB6-4E92-4281-8BA3-8C435A22D4FE}" srcId="{39B0A339-744E-41D7-9FCA-ED09C1AB21EA}" destId="{4D70C55F-5137-4486-8588-BA4D751A2D9D}" srcOrd="2" destOrd="0" parTransId="{BB06B855-867F-4FCF-B1C7-190D7501D8FA}" sibTransId="{529CF410-1F0A-4299-8692-06A8EF9E2F0C}"/>
    <dgm:cxn modelId="{4C31ADCB-413D-430C-9E62-12D50D131CBA}" srcId="{39B0A339-744E-41D7-9FCA-ED09C1AB21EA}" destId="{B7A3AD80-FAB7-424D-976D-C30E3A26601A}" srcOrd="1" destOrd="0" parTransId="{B15CAB93-E620-4383-869C-123516CD0CC7}" sibTransId="{3CA9C2C7-2B90-4FE2-8CC3-5F87DCCC63C0}"/>
    <dgm:cxn modelId="{5B6061F0-F136-4FF5-A797-0D6BCEABD12C}" type="presOf" srcId="{F605D19D-0F4C-4BE2-A188-E2DF4B36407E}" destId="{121E2533-716B-448A-885D-A0C8E3ECB25D}" srcOrd="1" destOrd="0" presId="urn:microsoft.com/office/officeart/2005/8/layout/list1"/>
    <dgm:cxn modelId="{06F99CF2-6439-4AD8-B253-B2F4C915397A}" srcId="{39B0A339-744E-41D7-9FCA-ED09C1AB21EA}" destId="{F605D19D-0F4C-4BE2-A188-E2DF4B36407E}" srcOrd="0" destOrd="0" parTransId="{2046A224-8963-4AB5-B95A-C11B7BECA07E}" sibTransId="{DB930B30-4981-4CFD-9724-E6D7FB2B2536}"/>
    <dgm:cxn modelId="{21D17B55-8621-4252-A300-2A5E1F6FF8C0}" type="presParOf" srcId="{E23B5DAE-76C4-4355-901C-19DAC45F8A5B}" destId="{66E19DCD-1A0F-4A74-A783-B00E89A00617}" srcOrd="0" destOrd="0" presId="urn:microsoft.com/office/officeart/2005/8/layout/list1"/>
    <dgm:cxn modelId="{235915BC-5629-4CF6-9A89-55B32BB56993}" type="presParOf" srcId="{66E19DCD-1A0F-4A74-A783-B00E89A00617}" destId="{0C7F0477-72D9-42D1-AA56-E84C22EA34B4}" srcOrd="0" destOrd="0" presId="urn:microsoft.com/office/officeart/2005/8/layout/list1"/>
    <dgm:cxn modelId="{8C97F877-F257-43DB-B880-BC217380D89F}" type="presParOf" srcId="{66E19DCD-1A0F-4A74-A783-B00E89A00617}" destId="{121E2533-716B-448A-885D-A0C8E3ECB25D}" srcOrd="1" destOrd="0" presId="urn:microsoft.com/office/officeart/2005/8/layout/list1"/>
    <dgm:cxn modelId="{3A47DD55-AC18-4E9E-A771-0115CB3CCE0A}" type="presParOf" srcId="{E23B5DAE-76C4-4355-901C-19DAC45F8A5B}" destId="{B8A8CDBF-5E6A-4EAF-BDC4-2A336A29DBBC}" srcOrd="1" destOrd="0" presId="urn:microsoft.com/office/officeart/2005/8/layout/list1"/>
    <dgm:cxn modelId="{06AA0EC4-022B-4461-A6C8-FB19E89AD865}" type="presParOf" srcId="{E23B5DAE-76C4-4355-901C-19DAC45F8A5B}" destId="{CF0CACB3-92F7-471C-A03A-FC733706AB59}" srcOrd="2" destOrd="0" presId="urn:microsoft.com/office/officeart/2005/8/layout/list1"/>
    <dgm:cxn modelId="{CEF631C5-42F2-45A4-9629-02275CE02569}" type="presParOf" srcId="{E23B5DAE-76C4-4355-901C-19DAC45F8A5B}" destId="{4080CC39-8B48-46FD-9CCE-18CF93BD509A}" srcOrd="3" destOrd="0" presId="urn:microsoft.com/office/officeart/2005/8/layout/list1"/>
    <dgm:cxn modelId="{DCADE8DD-92B8-4B70-AE66-354B255B36E6}" type="presParOf" srcId="{E23B5DAE-76C4-4355-901C-19DAC45F8A5B}" destId="{7012BC48-A3AB-4B3F-9C99-290396A93550}" srcOrd="4" destOrd="0" presId="urn:microsoft.com/office/officeart/2005/8/layout/list1"/>
    <dgm:cxn modelId="{7C90F23B-B7CC-441E-91F0-2D1C83517E99}" type="presParOf" srcId="{7012BC48-A3AB-4B3F-9C99-290396A93550}" destId="{6A276B21-ED90-4082-9FEE-743B05916DD9}" srcOrd="0" destOrd="0" presId="urn:microsoft.com/office/officeart/2005/8/layout/list1"/>
    <dgm:cxn modelId="{9506CAA2-859B-4834-9FF8-CC7A619B7C84}" type="presParOf" srcId="{7012BC48-A3AB-4B3F-9C99-290396A93550}" destId="{F45AC20B-BBE7-461F-8E42-C76EC0869FD4}" srcOrd="1" destOrd="0" presId="urn:microsoft.com/office/officeart/2005/8/layout/list1"/>
    <dgm:cxn modelId="{8020259A-A35C-442C-A224-5BEB07D3BD17}" type="presParOf" srcId="{E23B5DAE-76C4-4355-901C-19DAC45F8A5B}" destId="{2124DDED-DD75-47D3-91AA-100F24271DCF}" srcOrd="5" destOrd="0" presId="urn:microsoft.com/office/officeart/2005/8/layout/list1"/>
    <dgm:cxn modelId="{3CF357DA-F730-4FD7-99F5-7F30D39AF3FF}" type="presParOf" srcId="{E23B5DAE-76C4-4355-901C-19DAC45F8A5B}" destId="{10F3A4FC-A07C-4B72-83C3-3C97E4574311}" srcOrd="6" destOrd="0" presId="urn:microsoft.com/office/officeart/2005/8/layout/list1"/>
    <dgm:cxn modelId="{8F20AA53-80DB-4136-B5F4-1CC164669790}" type="presParOf" srcId="{E23B5DAE-76C4-4355-901C-19DAC45F8A5B}" destId="{5C13BE31-B7D6-49A0-89F6-89AA739AAC36}" srcOrd="7" destOrd="0" presId="urn:microsoft.com/office/officeart/2005/8/layout/list1"/>
    <dgm:cxn modelId="{B9EA6BE1-72EA-44BF-9540-8BE734F0F0F2}" type="presParOf" srcId="{E23B5DAE-76C4-4355-901C-19DAC45F8A5B}" destId="{A5778598-F74C-4AC9-B92A-3E59F8CB67BB}" srcOrd="8" destOrd="0" presId="urn:microsoft.com/office/officeart/2005/8/layout/list1"/>
    <dgm:cxn modelId="{5DC6EAA3-6582-423B-A1D7-973EA80BAF59}" type="presParOf" srcId="{A5778598-F74C-4AC9-B92A-3E59F8CB67BB}" destId="{C57F10F3-A7E4-46BE-A0EA-FDA7511292FF}" srcOrd="0" destOrd="0" presId="urn:microsoft.com/office/officeart/2005/8/layout/list1"/>
    <dgm:cxn modelId="{EB7EA6E9-55C9-4C8B-8140-D5276B687EFD}" type="presParOf" srcId="{A5778598-F74C-4AC9-B92A-3E59F8CB67BB}" destId="{D5083C0F-0961-4AEE-8985-4B168770E93F}" srcOrd="1" destOrd="0" presId="urn:microsoft.com/office/officeart/2005/8/layout/list1"/>
    <dgm:cxn modelId="{CF4075DD-CA7F-4F63-8904-5C281B814A1A}" type="presParOf" srcId="{E23B5DAE-76C4-4355-901C-19DAC45F8A5B}" destId="{896B3011-B6DB-45F2-8019-0EBFDBA74D08}" srcOrd="9" destOrd="0" presId="urn:microsoft.com/office/officeart/2005/8/layout/list1"/>
    <dgm:cxn modelId="{D6726870-A3B2-49F3-A8CF-7E95CA8524B5}" type="presParOf" srcId="{E23B5DAE-76C4-4355-901C-19DAC45F8A5B}" destId="{8C739870-6F1F-4895-8D1A-CEA113ABAE00}"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9D5C03-4607-4EA0-A661-513CBDF21E43}">
      <dsp:nvSpPr>
        <dsp:cNvPr id="0" name=""/>
        <dsp:cNvSpPr/>
      </dsp:nvSpPr>
      <dsp:spPr>
        <a:xfrm>
          <a:off x="-4507519" y="-691323"/>
          <a:ext cx="5370571" cy="5370571"/>
        </a:xfrm>
        <a:prstGeom prst="blockArc">
          <a:avLst>
            <a:gd name="adj1" fmla="val 18900000"/>
            <a:gd name="adj2" fmla="val 2700000"/>
            <a:gd name="adj3" fmla="val 402"/>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0267E3-7B81-434A-A61C-A5AF36B1BF6E}">
      <dsp:nvSpPr>
        <dsp:cNvPr id="0" name=""/>
        <dsp:cNvSpPr/>
      </dsp:nvSpPr>
      <dsp:spPr>
        <a:xfrm>
          <a:off x="279752" y="181291"/>
          <a:ext cx="7874383" cy="362422"/>
        </a:xfrm>
        <a:prstGeom prst="rect">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7673" tIns="48260" rIns="48260" bIns="48260" numCol="1" spcCol="1270" anchor="ctr" anchorCtr="0">
          <a:noAutofit/>
        </a:bodyPr>
        <a:lstStyle/>
        <a:p>
          <a:pPr marL="0" lvl="0" indent="0" algn="l" defTabSz="844550">
            <a:lnSpc>
              <a:spcPct val="90000"/>
            </a:lnSpc>
            <a:spcBef>
              <a:spcPct val="0"/>
            </a:spcBef>
            <a:spcAft>
              <a:spcPct val="35000"/>
            </a:spcAft>
            <a:buNone/>
          </a:pPr>
          <a:r>
            <a:rPr lang="de-DE" sz="1900" kern="1200" dirty="0"/>
            <a:t>Motivation	</a:t>
          </a:r>
        </a:p>
      </dsp:txBody>
      <dsp:txXfrm>
        <a:off x="279752" y="181291"/>
        <a:ext cx="7874383" cy="362422"/>
      </dsp:txXfrm>
    </dsp:sp>
    <dsp:sp modelId="{E07DDE42-E1B6-462D-9819-D48D0162728A}">
      <dsp:nvSpPr>
        <dsp:cNvPr id="0" name=""/>
        <dsp:cNvSpPr/>
      </dsp:nvSpPr>
      <dsp:spPr>
        <a:xfrm>
          <a:off x="53238" y="135988"/>
          <a:ext cx="453028" cy="453028"/>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47A18FF-2E39-4752-A0E1-29B17C301666}">
      <dsp:nvSpPr>
        <dsp:cNvPr id="0" name=""/>
        <dsp:cNvSpPr/>
      </dsp:nvSpPr>
      <dsp:spPr>
        <a:xfrm>
          <a:off x="607959" y="725244"/>
          <a:ext cx="7546177" cy="3624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7673" tIns="48260" rIns="48260" bIns="48260" numCol="1" spcCol="1270" anchor="ctr" anchorCtr="0">
          <a:noAutofit/>
        </a:bodyPr>
        <a:lstStyle/>
        <a:p>
          <a:pPr marL="0" lvl="0" indent="0" algn="l" defTabSz="844550">
            <a:lnSpc>
              <a:spcPct val="90000"/>
            </a:lnSpc>
            <a:spcBef>
              <a:spcPct val="0"/>
            </a:spcBef>
            <a:spcAft>
              <a:spcPct val="35000"/>
            </a:spcAft>
            <a:buNone/>
          </a:pPr>
          <a:r>
            <a:rPr lang="de-DE" sz="1900" kern="1200" dirty="0"/>
            <a:t>Objectives</a:t>
          </a:r>
        </a:p>
      </dsp:txBody>
      <dsp:txXfrm>
        <a:off x="607959" y="725244"/>
        <a:ext cx="7546177" cy="362422"/>
      </dsp:txXfrm>
    </dsp:sp>
    <dsp:sp modelId="{EE996F71-DCC0-46C3-B1FA-F9DCFF8FFBC4}">
      <dsp:nvSpPr>
        <dsp:cNvPr id="0" name=""/>
        <dsp:cNvSpPr/>
      </dsp:nvSpPr>
      <dsp:spPr>
        <a:xfrm>
          <a:off x="381445" y="679941"/>
          <a:ext cx="453028" cy="453028"/>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A6CFB98-9B8A-4D19-BE3E-3965E1B1E829}">
      <dsp:nvSpPr>
        <dsp:cNvPr id="0" name=""/>
        <dsp:cNvSpPr/>
      </dsp:nvSpPr>
      <dsp:spPr>
        <a:xfrm>
          <a:off x="787814" y="1268798"/>
          <a:ext cx="7366321" cy="3624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7673" tIns="48260" rIns="48260" bIns="48260" numCol="1" spcCol="1270" anchor="ctr" anchorCtr="0">
          <a:noAutofit/>
        </a:bodyPr>
        <a:lstStyle/>
        <a:p>
          <a:pPr marL="0" lvl="0" indent="0" algn="l" defTabSz="844550">
            <a:lnSpc>
              <a:spcPct val="90000"/>
            </a:lnSpc>
            <a:spcBef>
              <a:spcPct val="0"/>
            </a:spcBef>
            <a:spcAft>
              <a:spcPct val="35000"/>
            </a:spcAft>
            <a:buNone/>
          </a:pPr>
          <a:r>
            <a:rPr lang="de-DE" sz="1900" kern="1200" dirty="0"/>
            <a:t>Methodology Overview</a:t>
          </a:r>
        </a:p>
      </dsp:txBody>
      <dsp:txXfrm>
        <a:off x="787814" y="1268798"/>
        <a:ext cx="7366321" cy="362422"/>
      </dsp:txXfrm>
    </dsp:sp>
    <dsp:sp modelId="{CFB1485B-9149-4E88-8335-269796F738A7}">
      <dsp:nvSpPr>
        <dsp:cNvPr id="0" name=""/>
        <dsp:cNvSpPr/>
      </dsp:nvSpPr>
      <dsp:spPr>
        <a:xfrm>
          <a:off x="561300" y="1223495"/>
          <a:ext cx="453028" cy="453028"/>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461589E-8DD6-4245-9E8C-5C87D78F6D0B}">
      <dsp:nvSpPr>
        <dsp:cNvPr id="0" name=""/>
        <dsp:cNvSpPr/>
      </dsp:nvSpPr>
      <dsp:spPr>
        <a:xfrm>
          <a:off x="845240" y="1812751"/>
          <a:ext cx="7308895" cy="3624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7673" tIns="48260" rIns="48260" bIns="48260" numCol="1" spcCol="1270" anchor="ctr" anchorCtr="0">
          <a:noAutofit/>
        </a:bodyPr>
        <a:lstStyle/>
        <a:p>
          <a:pPr marL="0" lvl="0" indent="0" algn="l" defTabSz="844550">
            <a:lnSpc>
              <a:spcPct val="90000"/>
            </a:lnSpc>
            <a:spcBef>
              <a:spcPct val="0"/>
            </a:spcBef>
            <a:spcAft>
              <a:spcPct val="35000"/>
            </a:spcAft>
            <a:buNone/>
          </a:pPr>
          <a:r>
            <a:rPr lang="en-US" sz="1900" kern="1200" dirty="0"/>
            <a:t>Representation and Test Generation Methodology</a:t>
          </a:r>
        </a:p>
      </dsp:txBody>
      <dsp:txXfrm>
        <a:off x="845240" y="1812751"/>
        <a:ext cx="7308895" cy="362422"/>
      </dsp:txXfrm>
    </dsp:sp>
    <dsp:sp modelId="{29270B76-20D7-4655-8282-F745009A658C}">
      <dsp:nvSpPr>
        <dsp:cNvPr id="0" name=""/>
        <dsp:cNvSpPr/>
      </dsp:nvSpPr>
      <dsp:spPr>
        <a:xfrm>
          <a:off x="618726" y="1767448"/>
          <a:ext cx="453028" cy="453028"/>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13C3F73-761C-438D-9B0C-2BA1B7DD9DD9}">
      <dsp:nvSpPr>
        <dsp:cNvPr id="0" name=""/>
        <dsp:cNvSpPr/>
      </dsp:nvSpPr>
      <dsp:spPr>
        <a:xfrm>
          <a:off x="787814" y="2356704"/>
          <a:ext cx="7366321" cy="3624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7673" tIns="48260" rIns="48260" bIns="48260" numCol="1" spcCol="1270" anchor="ctr" anchorCtr="0">
          <a:noAutofit/>
        </a:bodyPr>
        <a:lstStyle/>
        <a:p>
          <a:pPr marL="0" lvl="0" indent="0" algn="l" defTabSz="844550">
            <a:lnSpc>
              <a:spcPct val="90000"/>
            </a:lnSpc>
            <a:spcBef>
              <a:spcPct val="0"/>
            </a:spcBef>
            <a:spcAft>
              <a:spcPct val="35000"/>
            </a:spcAft>
            <a:buNone/>
          </a:pPr>
          <a:r>
            <a:rPr lang="en-US" sz="1900" kern="1200" dirty="0"/>
            <a:t>Experimental Setup and Results</a:t>
          </a:r>
        </a:p>
      </dsp:txBody>
      <dsp:txXfrm>
        <a:off x="787814" y="2356704"/>
        <a:ext cx="7366321" cy="362422"/>
      </dsp:txXfrm>
    </dsp:sp>
    <dsp:sp modelId="{E67F79ED-0A32-4FAD-837E-CA43975CF404}">
      <dsp:nvSpPr>
        <dsp:cNvPr id="0" name=""/>
        <dsp:cNvSpPr/>
      </dsp:nvSpPr>
      <dsp:spPr>
        <a:xfrm>
          <a:off x="561300" y="2311401"/>
          <a:ext cx="453028" cy="453028"/>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02A8CCA-691E-4844-9953-D1C09BEFAEC0}">
      <dsp:nvSpPr>
        <dsp:cNvPr id="0" name=""/>
        <dsp:cNvSpPr/>
      </dsp:nvSpPr>
      <dsp:spPr>
        <a:xfrm>
          <a:off x="607959" y="2900258"/>
          <a:ext cx="7546177" cy="3624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7673" tIns="48260" rIns="48260" bIns="48260" numCol="1" spcCol="1270" anchor="ctr" anchorCtr="0">
          <a:noAutofit/>
        </a:bodyPr>
        <a:lstStyle/>
        <a:p>
          <a:pPr marL="0" lvl="0" indent="0" algn="l" defTabSz="844550">
            <a:lnSpc>
              <a:spcPct val="90000"/>
            </a:lnSpc>
            <a:spcBef>
              <a:spcPct val="0"/>
            </a:spcBef>
            <a:spcAft>
              <a:spcPct val="35000"/>
            </a:spcAft>
            <a:buNone/>
          </a:pPr>
          <a:r>
            <a:rPr lang="de-DE" sz="1900" kern="1200" dirty="0"/>
            <a:t>VS Code Agentic Infrastructure</a:t>
          </a:r>
        </a:p>
      </dsp:txBody>
      <dsp:txXfrm>
        <a:off x="607959" y="2900258"/>
        <a:ext cx="7546177" cy="362422"/>
      </dsp:txXfrm>
    </dsp:sp>
    <dsp:sp modelId="{C3D74F2F-5E7A-4A41-AEE1-90FEAADF06C3}">
      <dsp:nvSpPr>
        <dsp:cNvPr id="0" name=""/>
        <dsp:cNvSpPr/>
      </dsp:nvSpPr>
      <dsp:spPr>
        <a:xfrm>
          <a:off x="381445" y="2854955"/>
          <a:ext cx="453028" cy="453028"/>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7D3C7FC-0D83-4DAE-A99D-8C8DD7BA686C}">
      <dsp:nvSpPr>
        <dsp:cNvPr id="0" name=""/>
        <dsp:cNvSpPr/>
      </dsp:nvSpPr>
      <dsp:spPr>
        <a:xfrm>
          <a:off x="279752" y="3444211"/>
          <a:ext cx="7874383" cy="3624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7673" tIns="48260" rIns="48260" bIns="48260" numCol="1" spcCol="1270" anchor="ctr" anchorCtr="0">
          <a:noAutofit/>
        </a:bodyPr>
        <a:lstStyle/>
        <a:p>
          <a:pPr marL="0" lvl="0" indent="0" algn="l" defTabSz="844550">
            <a:lnSpc>
              <a:spcPct val="90000"/>
            </a:lnSpc>
            <a:spcBef>
              <a:spcPct val="0"/>
            </a:spcBef>
            <a:spcAft>
              <a:spcPct val="35000"/>
            </a:spcAft>
            <a:buNone/>
          </a:pPr>
          <a:r>
            <a:rPr lang="en-US" sz="1900" kern="1200" dirty="0"/>
            <a:t>Learnings and Future Work</a:t>
          </a:r>
        </a:p>
      </dsp:txBody>
      <dsp:txXfrm>
        <a:off x="279752" y="3444211"/>
        <a:ext cx="7874383" cy="362422"/>
      </dsp:txXfrm>
    </dsp:sp>
    <dsp:sp modelId="{9DC55C96-0F83-4123-88C0-C43C74709F57}">
      <dsp:nvSpPr>
        <dsp:cNvPr id="0" name=""/>
        <dsp:cNvSpPr/>
      </dsp:nvSpPr>
      <dsp:spPr>
        <a:xfrm>
          <a:off x="53238" y="3398908"/>
          <a:ext cx="453028" cy="453028"/>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0CACB3-92F7-471C-A03A-FC733706AB59}">
      <dsp:nvSpPr>
        <dsp:cNvPr id="0" name=""/>
        <dsp:cNvSpPr/>
      </dsp:nvSpPr>
      <dsp:spPr>
        <a:xfrm>
          <a:off x="0" y="466574"/>
          <a:ext cx="6307040" cy="705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21E2533-716B-448A-885D-A0C8E3ECB25D}">
      <dsp:nvSpPr>
        <dsp:cNvPr id="0" name=""/>
        <dsp:cNvSpPr/>
      </dsp:nvSpPr>
      <dsp:spPr>
        <a:xfrm>
          <a:off x="315352" y="53294"/>
          <a:ext cx="4414928" cy="8265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66874" tIns="0" rIns="166874" bIns="0" numCol="1" spcCol="1270" anchor="ctr" anchorCtr="0">
          <a:noAutofit/>
        </a:bodyPr>
        <a:lstStyle/>
        <a:p>
          <a:pPr marL="0" lvl="0" indent="0" algn="l" defTabSz="622300">
            <a:lnSpc>
              <a:spcPct val="90000"/>
            </a:lnSpc>
            <a:spcBef>
              <a:spcPct val="0"/>
            </a:spcBef>
            <a:spcAft>
              <a:spcPct val="35000"/>
            </a:spcAft>
            <a:buNone/>
          </a:pPr>
          <a:r>
            <a:rPr lang="en-US" sz="1400" kern="1200" dirty="0"/>
            <a:t>Transform natural-language documentation into structured representations for test derivation.</a:t>
          </a:r>
        </a:p>
      </dsp:txBody>
      <dsp:txXfrm>
        <a:off x="355701" y="93643"/>
        <a:ext cx="4334230" cy="745862"/>
      </dsp:txXfrm>
    </dsp:sp>
    <dsp:sp modelId="{10F3A4FC-A07C-4B72-83C3-3C97E4574311}">
      <dsp:nvSpPr>
        <dsp:cNvPr id="0" name=""/>
        <dsp:cNvSpPr/>
      </dsp:nvSpPr>
      <dsp:spPr>
        <a:xfrm>
          <a:off x="0" y="1736654"/>
          <a:ext cx="6307040" cy="705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45AC20B-BBE7-461F-8E42-C76EC0869FD4}">
      <dsp:nvSpPr>
        <dsp:cNvPr id="0" name=""/>
        <dsp:cNvSpPr/>
      </dsp:nvSpPr>
      <dsp:spPr>
        <a:xfrm>
          <a:off x="315352" y="1323374"/>
          <a:ext cx="4414928" cy="8265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66874" tIns="0" rIns="166874" bIns="0" numCol="1" spcCol="1270" anchor="ctr" anchorCtr="0">
          <a:noAutofit/>
        </a:bodyPr>
        <a:lstStyle/>
        <a:p>
          <a:pPr marL="0" lvl="0" indent="0" algn="l" defTabSz="622300">
            <a:lnSpc>
              <a:spcPct val="90000"/>
            </a:lnSpc>
            <a:spcBef>
              <a:spcPct val="0"/>
            </a:spcBef>
            <a:spcAft>
              <a:spcPct val="35000"/>
            </a:spcAft>
            <a:buNone/>
          </a:pPr>
          <a:r>
            <a:rPr lang="en-US" sz="1400" kern="1200" dirty="0"/>
            <a:t>Use AI agents to generate deterministic, infrastructure-aligned tests.</a:t>
          </a:r>
        </a:p>
      </dsp:txBody>
      <dsp:txXfrm>
        <a:off x="355701" y="1363723"/>
        <a:ext cx="4334230" cy="745862"/>
      </dsp:txXfrm>
    </dsp:sp>
    <dsp:sp modelId="{8C739870-6F1F-4895-8D1A-CEA113ABAE00}">
      <dsp:nvSpPr>
        <dsp:cNvPr id="0" name=""/>
        <dsp:cNvSpPr/>
      </dsp:nvSpPr>
      <dsp:spPr>
        <a:xfrm>
          <a:off x="0" y="3006735"/>
          <a:ext cx="6307040" cy="705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5083C0F-0961-4AEE-8985-4B168770E93F}">
      <dsp:nvSpPr>
        <dsp:cNvPr id="0" name=""/>
        <dsp:cNvSpPr/>
      </dsp:nvSpPr>
      <dsp:spPr>
        <a:xfrm>
          <a:off x="315352" y="2593455"/>
          <a:ext cx="4414928" cy="8265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66874" tIns="0" rIns="166874" bIns="0" numCol="1" spcCol="1270" anchor="ctr" anchorCtr="0">
          <a:noAutofit/>
        </a:bodyPr>
        <a:lstStyle/>
        <a:p>
          <a:pPr marL="0" lvl="0" indent="0" algn="l" defTabSz="622300">
            <a:lnSpc>
              <a:spcPct val="90000"/>
            </a:lnSpc>
            <a:spcBef>
              <a:spcPct val="0"/>
            </a:spcBef>
            <a:spcAft>
              <a:spcPct val="35000"/>
            </a:spcAft>
            <a:buNone/>
          </a:pPr>
          <a:r>
            <a:rPr lang="en-US" sz="1400" kern="1200" dirty="0"/>
            <a:t>Evaluate effectiveness and failure profile of LLM-assisted generation.</a:t>
          </a:r>
        </a:p>
      </dsp:txBody>
      <dsp:txXfrm>
        <a:off x="355701" y="2633804"/>
        <a:ext cx="4334230" cy="745862"/>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468313" y="243069"/>
            <a:ext cx="5903912" cy="458788"/>
          </a:xfrm>
          <a:prstGeom prst="rect">
            <a:avLst/>
          </a:prstGeom>
        </p:spPr>
        <p:txBody>
          <a:bodyPr vert="horz" lIns="0" tIns="0" rIns="0" bIns="0" rtlCol="0"/>
          <a:lstStyle>
            <a:lvl1pPr algn="l">
              <a:defRPr sz="1200"/>
            </a:lvl1pPr>
          </a:lstStyle>
          <a:p>
            <a:r>
              <a:rPr lang="en-US" b="1"/>
              <a:t>Titel der Präsentation</a:t>
            </a:r>
          </a:p>
        </p:txBody>
      </p:sp>
      <p:sp>
        <p:nvSpPr>
          <p:cNvPr id="3" name="Datumsplatzhalter 2"/>
          <p:cNvSpPr>
            <a:spLocks noGrp="1"/>
          </p:cNvSpPr>
          <p:nvPr>
            <p:ph type="dt" sz="quarter" idx="1"/>
          </p:nvPr>
        </p:nvSpPr>
        <p:spPr>
          <a:xfrm>
            <a:off x="5483506" y="8777812"/>
            <a:ext cx="648000" cy="144000"/>
          </a:xfrm>
          <a:prstGeom prst="rect">
            <a:avLst/>
          </a:prstGeom>
        </p:spPr>
        <p:txBody>
          <a:bodyPr vert="horz" lIns="0" tIns="0" rIns="0" bIns="0" rtlCol="0" anchor="t"/>
          <a:lstStyle>
            <a:lvl1pPr algn="r">
              <a:defRPr sz="1200"/>
            </a:lvl1pPr>
          </a:lstStyle>
          <a:p>
            <a:pPr algn="l"/>
            <a:fld id="{8C6DC171-2E2C-4217-B929-84D992C27123}" type="datetime1">
              <a:rPr lang="de-DE" sz="800" smtClean="0"/>
              <a:t>23.02.2026</a:t>
            </a:fld>
            <a:endParaRPr lang="en-US" sz="800"/>
          </a:p>
        </p:txBody>
      </p:sp>
      <p:sp>
        <p:nvSpPr>
          <p:cNvPr id="4" name="Fußzeilenplatzhalter 3"/>
          <p:cNvSpPr>
            <a:spLocks noGrp="1"/>
          </p:cNvSpPr>
          <p:nvPr>
            <p:ph type="ftr" sz="quarter" idx="2"/>
          </p:nvPr>
        </p:nvSpPr>
        <p:spPr>
          <a:xfrm>
            <a:off x="468313" y="8777813"/>
            <a:ext cx="4500000" cy="144000"/>
          </a:xfrm>
          <a:prstGeom prst="rect">
            <a:avLst/>
          </a:prstGeom>
        </p:spPr>
        <p:txBody>
          <a:bodyPr vert="horz" lIns="0" tIns="0" rIns="0" bIns="0" rtlCol="0" anchor="t"/>
          <a:lstStyle>
            <a:lvl1pPr algn="l">
              <a:defRPr sz="1200"/>
            </a:lvl1pPr>
          </a:lstStyle>
          <a:p>
            <a:r>
              <a:rPr lang="en-US" sz="800"/>
              <a:t>Universität Stuttgart</a:t>
            </a:r>
          </a:p>
        </p:txBody>
      </p:sp>
      <p:sp>
        <p:nvSpPr>
          <p:cNvPr id="5" name="Foliennummernplatzhalter 4"/>
          <p:cNvSpPr>
            <a:spLocks noGrp="1"/>
          </p:cNvSpPr>
          <p:nvPr>
            <p:ph type="sldNum" sz="quarter" idx="3"/>
          </p:nvPr>
        </p:nvSpPr>
        <p:spPr>
          <a:xfrm>
            <a:off x="6270195" y="8777813"/>
            <a:ext cx="360000" cy="144000"/>
          </a:xfrm>
          <a:prstGeom prst="rect">
            <a:avLst/>
          </a:prstGeom>
        </p:spPr>
        <p:txBody>
          <a:bodyPr vert="horz" lIns="0" tIns="0" rIns="0" bIns="0" rtlCol="0" anchor="t"/>
          <a:lstStyle>
            <a:lvl1pPr algn="r">
              <a:defRPr sz="1200"/>
            </a:lvl1pPr>
          </a:lstStyle>
          <a:p>
            <a:pPr algn="l"/>
            <a:fld id="{EE9A79A6-2547-4C8F-B0ED-316280A1A122}" type="slidenum">
              <a:rPr lang="en-US" sz="800" smtClean="0"/>
              <a:pPr algn="l"/>
              <a:t>‹#›</a:t>
            </a:fld>
            <a:endParaRPr lang="en-US" sz="800"/>
          </a:p>
        </p:txBody>
      </p:sp>
    </p:spTree>
    <p:extLst>
      <p:ext uri="{BB962C8B-B14F-4D97-AF65-F5344CB8AC3E}">
        <p14:creationId xmlns:p14="http://schemas.microsoft.com/office/powerpoint/2010/main" val="2561533372"/>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95" userDrawn="1">
          <p15:clr>
            <a:srgbClr val="F26B43"/>
          </p15:clr>
        </p15:guide>
        <p15:guide id="3" pos="4014"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468000" y="244800"/>
            <a:ext cx="5904000" cy="458788"/>
          </a:xfrm>
          <a:prstGeom prst="rect">
            <a:avLst/>
          </a:prstGeom>
        </p:spPr>
        <p:txBody>
          <a:bodyPr vert="horz" lIns="0" tIns="0" rIns="0" bIns="0" rtlCol="0"/>
          <a:lstStyle>
            <a:lvl1pPr algn="l">
              <a:defRPr sz="1200" b="1"/>
            </a:lvl1pPr>
          </a:lstStyle>
          <a:p>
            <a:r>
              <a:rPr lang="en-US"/>
              <a:t>Titel der Präsentation</a:t>
            </a:r>
          </a:p>
        </p:txBody>
      </p:sp>
      <p:sp>
        <p:nvSpPr>
          <p:cNvPr id="3" name="Datumsplatzhalter 2"/>
          <p:cNvSpPr>
            <a:spLocks noGrp="1"/>
          </p:cNvSpPr>
          <p:nvPr>
            <p:ph type="dt" idx="1"/>
          </p:nvPr>
        </p:nvSpPr>
        <p:spPr>
          <a:xfrm>
            <a:off x="5482800" y="8776800"/>
            <a:ext cx="648000" cy="144000"/>
          </a:xfrm>
          <a:prstGeom prst="rect">
            <a:avLst/>
          </a:prstGeom>
        </p:spPr>
        <p:txBody>
          <a:bodyPr vert="horz" lIns="0" tIns="0" rIns="0" bIns="0" rtlCol="0" anchor="t"/>
          <a:lstStyle>
            <a:lvl1pPr algn="l">
              <a:defRPr sz="800"/>
            </a:lvl1pPr>
          </a:lstStyle>
          <a:p>
            <a:fld id="{EE95DCD8-576C-4B52-B75A-0B641B465708}" type="datetime1">
              <a:rPr lang="de-DE" smtClean="0"/>
              <a:t>23.02.2026</a:t>
            </a:fld>
            <a:endParaRPr lang="en-US"/>
          </a:p>
        </p:txBody>
      </p:sp>
      <p:sp>
        <p:nvSpPr>
          <p:cNvPr id="4" name="Folienbildplatzhalter 3"/>
          <p:cNvSpPr>
            <a:spLocks noGrp="1" noRot="1" noChangeAspect="1"/>
          </p:cNvSpPr>
          <p:nvPr>
            <p:ph type="sldImg" idx="2"/>
          </p:nvPr>
        </p:nvSpPr>
        <p:spPr>
          <a:xfrm>
            <a:off x="468313" y="1009019"/>
            <a:ext cx="4937125" cy="3086100"/>
          </a:xfrm>
          <a:prstGeom prst="rect">
            <a:avLst/>
          </a:prstGeom>
          <a:noFill/>
          <a:ln w="6350">
            <a:solidFill>
              <a:schemeClr val="tx1"/>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468313" y="4400550"/>
            <a:ext cx="5903912" cy="3600450"/>
          </a:xfrm>
          <a:prstGeom prst="rect">
            <a:avLst/>
          </a:prstGeom>
        </p:spPr>
        <p:txBody>
          <a:bodyPr vert="horz" lIns="0" tIns="0" rIns="0" bIns="0" rtlCol="0"/>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6" name="Fußzeilenplatzhalter 5"/>
          <p:cNvSpPr>
            <a:spLocks noGrp="1"/>
          </p:cNvSpPr>
          <p:nvPr>
            <p:ph type="ftr" sz="quarter" idx="4"/>
          </p:nvPr>
        </p:nvSpPr>
        <p:spPr>
          <a:xfrm>
            <a:off x="468000" y="8776800"/>
            <a:ext cx="4500000" cy="144000"/>
          </a:xfrm>
          <a:prstGeom prst="rect">
            <a:avLst/>
          </a:prstGeom>
        </p:spPr>
        <p:txBody>
          <a:bodyPr vert="horz" lIns="0" tIns="0" rIns="0" bIns="0" rtlCol="0" anchor="t"/>
          <a:lstStyle>
            <a:lvl1pPr algn="l">
              <a:defRPr sz="800"/>
            </a:lvl1pPr>
          </a:lstStyle>
          <a:p>
            <a:r>
              <a:rPr lang="en-US"/>
              <a:t>Universität Stuttgart</a:t>
            </a:r>
            <a:endParaRPr lang="en-US" dirty="0"/>
          </a:p>
        </p:txBody>
      </p:sp>
      <p:sp>
        <p:nvSpPr>
          <p:cNvPr id="7" name="Foliennummernplatzhalter 6"/>
          <p:cNvSpPr>
            <a:spLocks noGrp="1"/>
          </p:cNvSpPr>
          <p:nvPr>
            <p:ph type="sldNum" sz="quarter" idx="5"/>
          </p:nvPr>
        </p:nvSpPr>
        <p:spPr>
          <a:xfrm>
            <a:off x="6271200" y="8776800"/>
            <a:ext cx="360000" cy="144000"/>
          </a:xfrm>
          <a:prstGeom prst="rect">
            <a:avLst/>
          </a:prstGeom>
        </p:spPr>
        <p:txBody>
          <a:bodyPr vert="horz" lIns="0" tIns="0" rIns="0" bIns="0" rtlCol="0" anchor="t"/>
          <a:lstStyle>
            <a:lvl1pPr algn="l">
              <a:defRPr sz="800"/>
            </a:lvl1pPr>
          </a:lstStyle>
          <a:p>
            <a:fld id="{05DD1DF0-DD4E-4B0C-B0FD-D16D9D2A9750}" type="slidenum">
              <a:rPr lang="en-US" smtClean="0"/>
              <a:pPr/>
              <a:t>‹#›</a:t>
            </a:fld>
            <a:endParaRPr lang="en-US"/>
          </a:p>
        </p:txBody>
      </p:sp>
    </p:spTree>
    <p:extLst>
      <p:ext uri="{BB962C8B-B14F-4D97-AF65-F5344CB8AC3E}">
        <p14:creationId xmlns:p14="http://schemas.microsoft.com/office/powerpoint/2010/main" val="3888985705"/>
      </p:ext>
    </p:extLst>
  </p:cSld>
  <p:clrMap bg1="lt1" tx1="dk1" bg2="lt2" tx2="dk2" accent1="accent1" accent2="accent2" accent3="accent3" accent4="accent4" accent5="accent5" accent6="accent6" hlink="hlink" folHlink="folHlink"/>
  <p:hf/>
  <p:notesStyle>
    <a:lvl1pPr marL="180975" indent="-180975" algn="l" defTabSz="713232" rtl="0" eaLnBrk="1" latinLnBrk="0" hangingPunct="1">
      <a:lnSpc>
        <a:spcPct val="120000"/>
      </a:lnSpc>
      <a:buClr>
        <a:schemeClr val="accent1"/>
      </a:buClr>
      <a:buFont typeface="Arial" panose="020B0604020202020204" pitchFamily="34" charset="0"/>
      <a:buChar char="•"/>
      <a:defRPr sz="1000" kern="1200">
        <a:solidFill>
          <a:schemeClr val="tx1"/>
        </a:solidFill>
        <a:latin typeface="+mn-lt"/>
        <a:ea typeface="+mn-ea"/>
        <a:cs typeface="+mn-cs"/>
      </a:defRPr>
    </a:lvl1pPr>
    <a:lvl2pPr marL="358775" indent="-177800" algn="l" defTabSz="713232" rtl="0" eaLnBrk="1" latinLnBrk="0" hangingPunct="1">
      <a:lnSpc>
        <a:spcPct val="120000"/>
      </a:lnSpc>
      <a:buFont typeface="Arial" panose="020B0604020202020204" pitchFamily="34" charset="0"/>
      <a:buChar char="•"/>
      <a:defRPr sz="1000" kern="1200">
        <a:solidFill>
          <a:schemeClr val="tx1"/>
        </a:solidFill>
        <a:latin typeface="+mn-lt"/>
        <a:ea typeface="+mn-ea"/>
        <a:cs typeface="+mn-cs"/>
      </a:defRPr>
    </a:lvl2pPr>
    <a:lvl3pPr marL="538163" indent="-179388" algn="l" defTabSz="713232" rtl="0" eaLnBrk="1" latinLnBrk="0" hangingPunct="1">
      <a:lnSpc>
        <a:spcPct val="120000"/>
      </a:lnSpc>
      <a:buFont typeface="Arial" panose="020B0604020202020204" pitchFamily="34" charset="0"/>
      <a:buChar char="•"/>
      <a:defRPr sz="1000" kern="1200">
        <a:solidFill>
          <a:schemeClr val="tx1"/>
        </a:solidFill>
        <a:latin typeface="+mn-lt"/>
        <a:ea typeface="+mn-ea"/>
        <a:cs typeface="+mn-cs"/>
      </a:defRPr>
    </a:lvl3pPr>
    <a:lvl4pPr marL="719138" indent="-180975" algn="l" defTabSz="713232" rtl="0" eaLnBrk="1" latinLnBrk="0" hangingPunct="1">
      <a:lnSpc>
        <a:spcPct val="120000"/>
      </a:lnSpc>
      <a:buFont typeface="Arial" panose="020B0604020202020204" pitchFamily="34" charset="0"/>
      <a:buChar char="•"/>
      <a:defRPr sz="1000" kern="1200">
        <a:solidFill>
          <a:schemeClr val="tx1"/>
        </a:solidFill>
        <a:latin typeface="+mn-lt"/>
        <a:ea typeface="+mn-ea"/>
        <a:cs typeface="+mn-cs"/>
      </a:defRPr>
    </a:lvl4pPr>
    <a:lvl5pPr marL="896938" indent="-177800" algn="l" defTabSz="713232" rtl="0" eaLnBrk="1" latinLnBrk="0" hangingPunct="1">
      <a:lnSpc>
        <a:spcPct val="120000"/>
      </a:lnSpc>
      <a:buFont typeface="Arial" panose="020B0604020202020204" pitchFamily="34" charset="0"/>
      <a:buChar char="•"/>
      <a:defRPr sz="1000"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95" userDrawn="1">
          <p15:clr>
            <a:srgbClr val="F26B43"/>
          </p15:clr>
        </p15:guide>
        <p15:guide id="3" pos="4014"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8313" y="1009650"/>
            <a:ext cx="4937125" cy="3086100"/>
          </a:xfrm>
        </p:spPr>
      </p:sp>
      <p:sp>
        <p:nvSpPr>
          <p:cNvPr id="3" name="Notes Placeholder 2"/>
          <p:cNvSpPr>
            <a:spLocks noGrp="1"/>
          </p:cNvSpPr>
          <p:nvPr>
            <p:ph type="body" idx="1"/>
          </p:nvPr>
        </p:nvSpPr>
        <p:spPr/>
        <p:txBody>
          <a:bodyPr/>
          <a:lstStyle/>
          <a:p>
            <a:pPr marL="180975" marR="0" lvl="0" indent="-180975" algn="l" defTabSz="713232"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sz="1000" b="0" kern="1200" dirty="0">
                <a:solidFill>
                  <a:schemeClr val="tx1"/>
                </a:solidFill>
                <a:effectLst/>
                <a:latin typeface="+mn-lt"/>
                <a:ea typeface="+mn-ea"/>
                <a:cs typeface="+mn-cs"/>
              </a:rPr>
              <a:t>Ayush Mittal</a:t>
            </a:r>
          </a:p>
          <a:p>
            <a:pPr marL="180975" marR="0" lvl="0" indent="-180975" algn="l" defTabSz="713232"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sz="1000" b="0" kern="1200" dirty="0">
                <a:solidFill>
                  <a:schemeClr val="tx1"/>
                </a:solidFill>
                <a:effectLst/>
                <a:latin typeface="+mn-lt"/>
                <a:ea typeface="+mn-ea"/>
                <a:cs typeface="+mn-cs"/>
              </a:rPr>
              <a:t>3</a:t>
            </a:r>
            <a:r>
              <a:rPr lang="en-US" sz="1000" b="0" kern="1200" baseline="30000" dirty="0">
                <a:solidFill>
                  <a:schemeClr val="tx1"/>
                </a:solidFill>
                <a:effectLst/>
                <a:latin typeface="+mn-lt"/>
                <a:ea typeface="+mn-ea"/>
                <a:cs typeface="+mn-cs"/>
              </a:rPr>
              <a:t>rd</a:t>
            </a:r>
            <a:r>
              <a:rPr lang="en-US" sz="1000" b="0" kern="1200" dirty="0">
                <a:solidFill>
                  <a:schemeClr val="tx1"/>
                </a:solidFill>
                <a:effectLst/>
                <a:latin typeface="+mn-lt"/>
                <a:ea typeface="+mn-ea"/>
                <a:cs typeface="+mn-cs"/>
              </a:rPr>
              <a:t> semester Masters Student in INFOTECH </a:t>
            </a:r>
          </a:p>
          <a:p>
            <a:pPr marL="180975" marR="0" lvl="0" indent="-180975" algn="l" defTabSz="713232"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sz="1000" b="0" kern="1200" dirty="0">
                <a:solidFill>
                  <a:schemeClr val="tx1"/>
                </a:solidFill>
                <a:effectLst/>
                <a:latin typeface="+mn-lt"/>
                <a:ea typeface="+mn-ea"/>
                <a:cs typeface="+mn-cs"/>
              </a:rPr>
              <a:t>The core question transform natural-language documentation be converted into reliable, executable system tests where entire process , pipeline is driven By LLM agent</a:t>
            </a:r>
          </a:p>
          <a:p>
            <a:endParaRPr lang="en-US" b="1" dirty="0"/>
          </a:p>
        </p:txBody>
      </p:sp>
      <p:sp>
        <p:nvSpPr>
          <p:cNvPr id="4" name="Header Placeholder 3"/>
          <p:cNvSpPr>
            <a:spLocks noGrp="1"/>
          </p:cNvSpPr>
          <p:nvPr>
            <p:ph type="hdr" sz="quarter"/>
          </p:nvPr>
        </p:nvSpPr>
        <p:spPr/>
        <p:txBody>
          <a:bodyPr/>
          <a:lstStyle/>
          <a:p>
            <a:r>
              <a:rPr lang="en-US"/>
              <a:t>Titel der Präsentation</a:t>
            </a:r>
          </a:p>
        </p:txBody>
      </p:sp>
      <p:sp>
        <p:nvSpPr>
          <p:cNvPr id="5" name="Date Placeholder 4"/>
          <p:cNvSpPr>
            <a:spLocks noGrp="1"/>
          </p:cNvSpPr>
          <p:nvPr>
            <p:ph type="dt" idx="1"/>
          </p:nvPr>
        </p:nvSpPr>
        <p:spPr/>
        <p:txBody>
          <a:bodyPr/>
          <a:lstStyle/>
          <a:p>
            <a:fld id="{EE95DCD8-576C-4B52-B75A-0B641B465708}" type="datetime1">
              <a:rPr lang="de-DE" smtClean="0"/>
              <a:t>23.02.2026</a:t>
            </a:fld>
            <a:endParaRPr lang="en-US"/>
          </a:p>
        </p:txBody>
      </p:sp>
      <p:sp>
        <p:nvSpPr>
          <p:cNvPr id="6" name="Footer Placeholder 5"/>
          <p:cNvSpPr>
            <a:spLocks noGrp="1"/>
          </p:cNvSpPr>
          <p:nvPr>
            <p:ph type="ftr" sz="quarter" idx="4"/>
          </p:nvPr>
        </p:nvSpPr>
        <p:spPr/>
        <p:txBody>
          <a:bodyPr/>
          <a:lstStyle/>
          <a:p>
            <a:r>
              <a:rPr lang="en-US"/>
              <a:t>Universität Stuttgart</a:t>
            </a:r>
            <a:endParaRPr lang="en-US" dirty="0"/>
          </a:p>
        </p:txBody>
      </p:sp>
      <p:sp>
        <p:nvSpPr>
          <p:cNvPr id="7" name="Slide Number Placeholder 6"/>
          <p:cNvSpPr>
            <a:spLocks noGrp="1"/>
          </p:cNvSpPr>
          <p:nvPr>
            <p:ph type="sldNum" sz="quarter" idx="5"/>
          </p:nvPr>
        </p:nvSpPr>
        <p:spPr/>
        <p:txBody>
          <a:bodyPr/>
          <a:lstStyle/>
          <a:p>
            <a:fld id="{05DD1DF0-DD4E-4B0C-B0FD-D16D9D2A9750}" type="slidenum">
              <a:rPr lang="en-US" smtClean="0"/>
              <a:pPr/>
              <a:t>1</a:t>
            </a:fld>
            <a:endParaRPr lang="en-US"/>
          </a:p>
        </p:txBody>
      </p:sp>
    </p:spTree>
    <p:extLst>
      <p:ext uri="{BB962C8B-B14F-4D97-AF65-F5344CB8AC3E}">
        <p14:creationId xmlns:p14="http://schemas.microsoft.com/office/powerpoint/2010/main" val="2946206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8313" y="1009650"/>
            <a:ext cx="4937125" cy="3086100"/>
          </a:xfrm>
        </p:spPr>
      </p:sp>
      <p:sp>
        <p:nvSpPr>
          <p:cNvPr id="3" name="Notes Placeholder 2"/>
          <p:cNvSpPr>
            <a:spLocks noGrp="1"/>
          </p:cNvSpPr>
          <p:nvPr>
            <p:ph type="body" idx="1"/>
          </p:nvPr>
        </p:nvSpPr>
        <p:spPr/>
        <p:txBody>
          <a:bodyPr/>
          <a:lstStyle/>
          <a:p>
            <a:r>
              <a:rPr lang="en-US" sz="1000" b="0" kern="1200" dirty="0">
                <a:solidFill>
                  <a:schemeClr val="tx1"/>
                </a:solidFill>
                <a:effectLst/>
                <a:latin typeface="+mn-lt"/>
                <a:ea typeface="+mn-ea"/>
                <a:cs typeface="+mn-cs"/>
              </a:rPr>
              <a:t>System tests are often connected to formal requirements using traceability matrices but remain largely disconnected from ever changing software documentation.</a:t>
            </a:r>
          </a:p>
          <a:p>
            <a:r>
              <a:rPr lang="en-US" sz="1000" b="0" kern="1200" dirty="0">
                <a:solidFill>
                  <a:schemeClr val="tx1"/>
                </a:solidFill>
                <a:effectLst/>
                <a:latin typeface="+mn-lt"/>
                <a:ea typeface="+mn-ea"/>
                <a:cs typeface="+mn-cs"/>
              </a:rPr>
              <a:t>We did a literature review to better understand the current state of the systems where LLMs were used at the core to generate the system tests</a:t>
            </a:r>
          </a:p>
          <a:p>
            <a:r>
              <a:rPr lang="en-US" dirty="0"/>
              <a:t>We came across API testing, where input documentation to API testing is usually the Open AI specification ; formal specification about the behaviour of the API </a:t>
            </a:r>
          </a:p>
          <a:p>
            <a:endParaRPr lang="en-US" dirty="0"/>
          </a:p>
        </p:txBody>
      </p:sp>
      <p:sp>
        <p:nvSpPr>
          <p:cNvPr id="4" name="Header Placeholder 3"/>
          <p:cNvSpPr>
            <a:spLocks noGrp="1"/>
          </p:cNvSpPr>
          <p:nvPr>
            <p:ph type="hdr" sz="quarter"/>
          </p:nvPr>
        </p:nvSpPr>
        <p:spPr/>
        <p:txBody>
          <a:bodyPr/>
          <a:lstStyle/>
          <a:p>
            <a:r>
              <a:rPr lang="en-US"/>
              <a:t>Titel der Präsentation</a:t>
            </a:r>
          </a:p>
        </p:txBody>
      </p:sp>
      <p:sp>
        <p:nvSpPr>
          <p:cNvPr id="5" name="Date Placeholder 4"/>
          <p:cNvSpPr>
            <a:spLocks noGrp="1"/>
          </p:cNvSpPr>
          <p:nvPr>
            <p:ph type="dt" idx="1"/>
          </p:nvPr>
        </p:nvSpPr>
        <p:spPr/>
        <p:txBody>
          <a:bodyPr/>
          <a:lstStyle/>
          <a:p>
            <a:fld id="{EE95DCD8-576C-4B52-B75A-0B641B465708}" type="datetime1">
              <a:rPr lang="de-DE" smtClean="0"/>
              <a:t>23.02.2026</a:t>
            </a:fld>
            <a:endParaRPr lang="en-US"/>
          </a:p>
        </p:txBody>
      </p:sp>
      <p:sp>
        <p:nvSpPr>
          <p:cNvPr id="6" name="Footer Placeholder 5"/>
          <p:cNvSpPr>
            <a:spLocks noGrp="1"/>
          </p:cNvSpPr>
          <p:nvPr>
            <p:ph type="ftr" sz="quarter" idx="4"/>
          </p:nvPr>
        </p:nvSpPr>
        <p:spPr/>
        <p:txBody>
          <a:bodyPr/>
          <a:lstStyle/>
          <a:p>
            <a:r>
              <a:rPr lang="en-US"/>
              <a:t>Universität Stuttgart</a:t>
            </a:r>
            <a:endParaRPr lang="en-US" dirty="0"/>
          </a:p>
        </p:txBody>
      </p:sp>
      <p:sp>
        <p:nvSpPr>
          <p:cNvPr id="7" name="Slide Number Placeholder 6"/>
          <p:cNvSpPr>
            <a:spLocks noGrp="1"/>
          </p:cNvSpPr>
          <p:nvPr>
            <p:ph type="sldNum" sz="quarter" idx="5"/>
          </p:nvPr>
        </p:nvSpPr>
        <p:spPr/>
        <p:txBody>
          <a:bodyPr/>
          <a:lstStyle/>
          <a:p>
            <a:fld id="{05DD1DF0-DD4E-4B0C-B0FD-D16D9D2A9750}" type="slidenum">
              <a:rPr lang="en-US" smtClean="0"/>
              <a:pPr/>
              <a:t>2</a:t>
            </a:fld>
            <a:endParaRPr lang="en-US"/>
          </a:p>
        </p:txBody>
      </p:sp>
    </p:spTree>
    <p:extLst>
      <p:ext uri="{BB962C8B-B14F-4D97-AF65-F5344CB8AC3E}">
        <p14:creationId xmlns:p14="http://schemas.microsoft.com/office/powerpoint/2010/main" val="15112755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1AC5A-F02D-DAAC-837F-9383821A6C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4457CC-1E72-33C8-85F3-039AC79FB3E7}"/>
              </a:ext>
            </a:extLst>
          </p:cNvPr>
          <p:cNvSpPr>
            <a:spLocks noGrp="1" noRot="1" noChangeAspect="1"/>
          </p:cNvSpPr>
          <p:nvPr>
            <p:ph type="sldImg"/>
          </p:nvPr>
        </p:nvSpPr>
        <p:spPr>
          <a:xfrm>
            <a:off x="468313" y="1009650"/>
            <a:ext cx="4937125" cy="3086100"/>
          </a:xfrm>
        </p:spPr>
      </p:sp>
      <p:sp>
        <p:nvSpPr>
          <p:cNvPr id="3" name="Notes Placeholder 2">
            <a:extLst>
              <a:ext uri="{FF2B5EF4-FFF2-40B4-BE49-F238E27FC236}">
                <a16:creationId xmlns:a16="http://schemas.microsoft.com/office/drawing/2014/main" id="{D01838A6-B7ED-AD2E-2744-1A112853C0B7}"/>
              </a:ext>
            </a:extLst>
          </p:cNvPr>
          <p:cNvSpPr>
            <a:spLocks noGrp="1"/>
          </p:cNvSpPr>
          <p:nvPr>
            <p:ph type="body" idx="1"/>
          </p:nvPr>
        </p:nvSpPr>
        <p:spPr/>
        <p:txBody>
          <a:bodyPr/>
          <a:lstStyle/>
          <a:p>
            <a:r>
              <a:rPr lang="en-US" sz="1000" b="0" kern="1200" dirty="0">
                <a:solidFill>
                  <a:schemeClr val="tx1"/>
                </a:solidFill>
                <a:effectLst/>
                <a:latin typeface="+mn-lt"/>
                <a:ea typeface="+mn-ea"/>
                <a:cs typeface="+mn-cs"/>
              </a:rPr>
              <a:t>We discovered very novel ways in which People were using LLM </a:t>
            </a:r>
          </a:p>
          <a:p>
            <a:r>
              <a:rPr lang="en-US" sz="1000" b="0" kern="1200" dirty="0">
                <a:solidFill>
                  <a:schemeClr val="tx1"/>
                </a:solidFill>
                <a:effectLst/>
                <a:latin typeface="+mn-lt"/>
                <a:ea typeface="+mn-ea"/>
                <a:cs typeface="+mn-cs"/>
              </a:rPr>
              <a:t>- Found Open ai spec lacks information </a:t>
            </a:r>
          </a:p>
          <a:p>
            <a:r>
              <a:rPr lang="en-US" sz="1000" b="0" kern="1200" dirty="0">
                <a:solidFill>
                  <a:schemeClr val="tx1"/>
                </a:solidFill>
                <a:effectLst/>
                <a:latin typeface="+mn-lt"/>
                <a:ea typeface="+mn-ea"/>
                <a:cs typeface="+mn-cs"/>
              </a:rPr>
              <a:t>Input sematic modelling and knowledge graph </a:t>
            </a:r>
          </a:p>
          <a:p>
            <a:r>
              <a:rPr lang="en-US" sz="1000" b="0" kern="1200" dirty="0">
                <a:solidFill>
                  <a:schemeClr val="tx1"/>
                </a:solidFill>
                <a:effectLst/>
                <a:latin typeface="+mn-lt"/>
                <a:ea typeface="+mn-ea"/>
                <a:cs typeface="+mn-cs"/>
              </a:rPr>
              <a:t>RL system , reward the system </a:t>
            </a:r>
          </a:p>
          <a:p>
            <a:endParaRPr lang="en-US" sz="1000" b="0" kern="1200" dirty="0">
              <a:solidFill>
                <a:schemeClr val="tx1"/>
              </a:solidFill>
              <a:effectLst/>
              <a:latin typeface="+mn-lt"/>
              <a:ea typeface="+mn-ea"/>
              <a:cs typeface="+mn-cs"/>
            </a:endParaRPr>
          </a:p>
          <a:p>
            <a:endParaRPr lang="en-US" dirty="0"/>
          </a:p>
          <a:p>
            <a:endParaRPr lang="en-US" dirty="0"/>
          </a:p>
        </p:txBody>
      </p:sp>
      <p:sp>
        <p:nvSpPr>
          <p:cNvPr id="4" name="Header Placeholder 3">
            <a:extLst>
              <a:ext uri="{FF2B5EF4-FFF2-40B4-BE49-F238E27FC236}">
                <a16:creationId xmlns:a16="http://schemas.microsoft.com/office/drawing/2014/main" id="{7DE5A37A-3629-FFA8-3B88-9EA5DEA5F37C}"/>
              </a:ext>
            </a:extLst>
          </p:cNvPr>
          <p:cNvSpPr>
            <a:spLocks noGrp="1"/>
          </p:cNvSpPr>
          <p:nvPr>
            <p:ph type="hdr" sz="quarter"/>
          </p:nvPr>
        </p:nvSpPr>
        <p:spPr/>
        <p:txBody>
          <a:bodyPr/>
          <a:lstStyle/>
          <a:p>
            <a:r>
              <a:rPr lang="en-US"/>
              <a:t>Titel der Präsentation</a:t>
            </a:r>
          </a:p>
        </p:txBody>
      </p:sp>
      <p:sp>
        <p:nvSpPr>
          <p:cNvPr id="5" name="Date Placeholder 4">
            <a:extLst>
              <a:ext uri="{FF2B5EF4-FFF2-40B4-BE49-F238E27FC236}">
                <a16:creationId xmlns:a16="http://schemas.microsoft.com/office/drawing/2014/main" id="{2E5E7268-66B0-CEE7-664F-4D235FCDD964}"/>
              </a:ext>
            </a:extLst>
          </p:cNvPr>
          <p:cNvSpPr>
            <a:spLocks noGrp="1"/>
          </p:cNvSpPr>
          <p:nvPr>
            <p:ph type="dt" idx="1"/>
          </p:nvPr>
        </p:nvSpPr>
        <p:spPr/>
        <p:txBody>
          <a:bodyPr/>
          <a:lstStyle/>
          <a:p>
            <a:fld id="{EE95DCD8-576C-4B52-B75A-0B641B465708}" type="datetime1">
              <a:rPr lang="de-DE" smtClean="0"/>
              <a:t>23.02.2026</a:t>
            </a:fld>
            <a:endParaRPr lang="en-US"/>
          </a:p>
        </p:txBody>
      </p:sp>
      <p:sp>
        <p:nvSpPr>
          <p:cNvPr id="6" name="Footer Placeholder 5">
            <a:extLst>
              <a:ext uri="{FF2B5EF4-FFF2-40B4-BE49-F238E27FC236}">
                <a16:creationId xmlns:a16="http://schemas.microsoft.com/office/drawing/2014/main" id="{01308757-EE6D-CBBD-5F0A-375DCD9A231F}"/>
              </a:ext>
            </a:extLst>
          </p:cNvPr>
          <p:cNvSpPr>
            <a:spLocks noGrp="1"/>
          </p:cNvSpPr>
          <p:nvPr>
            <p:ph type="ftr" sz="quarter" idx="4"/>
          </p:nvPr>
        </p:nvSpPr>
        <p:spPr/>
        <p:txBody>
          <a:bodyPr/>
          <a:lstStyle/>
          <a:p>
            <a:r>
              <a:rPr lang="en-US"/>
              <a:t>Universität Stuttgart</a:t>
            </a:r>
            <a:endParaRPr lang="en-US" dirty="0"/>
          </a:p>
        </p:txBody>
      </p:sp>
      <p:sp>
        <p:nvSpPr>
          <p:cNvPr id="7" name="Slide Number Placeholder 6">
            <a:extLst>
              <a:ext uri="{FF2B5EF4-FFF2-40B4-BE49-F238E27FC236}">
                <a16:creationId xmlns:a16="http://schemas.microsoft.com/office/drawing/2014/main" id="{B00887E5-E935-D1CC-0A99-C421B8CBDB92}"/>
              </a:ext>
            </a:extLst>
          </p:cNvPr>
          <p:cNvSpPr>
            <a:spLocks noGrp="1"/>
          </p:cNvSpPr>
          <p:nvPr>
            <p:ph type="sldNum" sz="quarter" idx="5"/>
          </p:nvPr>
        </p:nvSpPr>
        <p:spPr/>
        <p:txBody>
          <a:bodyPr/>
          <a:lstStyle/>
          <a:p>
            <a:fld id="{05DD1DF0-DD4E-4B0C-B0FD-D16D9D2A9750}" type="slidenum">
              <a:rPr lang="en-US" smtClean="0"/>
              <a:pPr/>
              <a:t>3</a:t>
            </a:fld>
            <a:endParaRPr lang="en-US"/>
          </a:p>
        </p:txBody>
      </p:sp>
    </p:spTree>
    <p:extLst>
      <p:ext uri="{BB962C8B-B14F-4D97-AF65-F5344CB8AC3E}">
        <p14:creationId xmlns:p14="http://schemas.microsoft.com/office/powerpoint/2010/main" val="2498121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3FE86-FC3A-FDA6-97A0-C5D7200D63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0C84E7-FC3B-3C42-312D-25A74AFF772B}"/>
              </a:ext>
            </a:extLst>
          </p:cNvPr>
          <p:cNvSpPr>
            <a:spLocks noGrp="1" noRot="1" noChangeAspect="1"/>
          </p:cNvSpPr>
          <p:nvPr>
            <p:ph type="sldImg"/>
          </p:nvPr>
        </p:nvSpPr>
        <p:spPr>
          <a:xfrm>
            <a:off x="468313" y="1009650"/>
            <a:ext cx="4937125" cy="3086100"/>
          </a:xfrm>
        </p:spPr>
      </p:sp>
      <p:sp>
        <p:nvSpPr>
          <p:cNvPr id="3" name="Notes Placeholder 2">
            <a:extLst>
              <a:ext uri="{FF2B5EF4-FFF2-40B4-BE49-F238E27FC236}">
                <a16:creationId xmlns:a16="http://schemas.microsoft.com/office/drawing/2014/main" id="{8B3F7EE1-26F5-632A-99E4-FF84FDAEBC5B}"/>
              </a:ext>
            </a:extLst>
          </p:cNvPr>
          <p:cNvSpPr>
            <a:spLocks noGrp="1"/>
          </p:cNvSpPr>
          <p:nvPr>
            <p:ph type="body" idx="1"/>
          </p:nvPr>
        </p:nvSpPr>
        <p:spPr/>
        <p:txBody>
          <a:bodyPr/>
          <a:lstStyle/>
          <a:p>
            <a:r>
              <a:rPr lang="en-US" sz="1000" b="0" kern="1200" dirty="0">
                <a:solidFill>
                  <a:schemeClr val="tx1"/>
                </a:solidFill>
                <a:effectLst/>
                <a:latin typeface="+mn-lt"/>
                <a:ea typeface="+mn-ea"/>
                <a:cs typeface="+mn-cs"/>
              </a:rPr>
              <a:t>- There is a research gap for systems where documentation (not formal schema) is the primary specification—current LLM approaches are not designed for these documentation-driven platforms ,</a:t>
            </a:r>
          </a:p>
          <a:p>
            <a:r>
              <a:rPr lang="en-US" sz="1000" b="0" kern="1200" dirty="0">
                <a:solidFill>
                  <a:schemeClr val="tx1"/>
                </a:solidFill>
                <a:effectLst/>
                <a:latin typeface="+mn-lt"/>
                <a:ea typeface="+mn-ea"/>
                <a:cs typeface="+mn-cs"/>
              </a:rPr>
              <a:t>We thought OK, can we somehow connect Documentation to formal requirements and then derive test cases from these formal </a:t>
            </a:r>
            <a:r>
              <a:rPr lang="en-US" sz="1000" b="0" kern="1200" dirty="0" err="1">
                <a:solidFill>
                  <a:schemeClr val="tx1"/>
                </a:solidFill>
                <a:effectLst/>
                <a:latin typeface="+mn-lt"/>
                <a:ea typeface="+mn-ea"/>
                <a:cs typeface="+mn-cs"/>
              </a:rPr>
              <a:t>requiremenrs</a:t>
            </a:r>
            <a:endParaRPr lang="en-US" sz="1000" b="0" kern="1200" dirty="0">
              <a:solidFill>
                <a:schemeClr val="tx1"/>
              </a:solidFill>
              <a:effectLst/>
              <a:latin typeface="+mn-lt"/>
              <a:ea typeface="+mn-ea"/>
              <a:cs typeface="+mn-cs"/>
            </a:endParaRPr>
          </a:p>
          <a:p>
            <a:endParaRPr lang="en-US" sz="1000" b="0" kern="1200" dirty="0">
              <a:solidFill>
                <a:schemeClr val="tx1"/>
              </a:solidFill>
              <a:effectLst/>
              <a:latin typeface="+mn-lt"/>
              <a:ea typeface="+mn-ea"/>
              <a:cs typeface="+mn-cs"/>
            </a:endParaRPr>
          </a:p>
          <a:p>
            <a:endParaRPr lang="en-US" dirty="0"/>
          </a:p>
          <a:p>
            <a:endParaRPr lang="en-US" dirty="0"/>
          </a:p>
        </p:txBody>
      </p:sp>
      <p:sp>
        <p:nvSpPr>
          <p:cNvPr id="4" name="Header Placeholder 3">
            <a:extLst>
              <a:ext uri="{FF2B5EF4-FFF2-40B4-BE49-F238E27FC236}">
                <a16:creationId xmlns:a16="http://schemas.microsoft.com/office/drawing/2014/main" id="{E0854283-60FF-366C-EE28-CF6981DFDF19}"/>
              </a:ext>
            </a:extLst>
          </p:cNvPr>
          <p:cNvSpPr>
            <a:spLocks noGrp="1"/>
          </p:cNvSpPr>
          <p:nvPr>
            <p:ph type="hdr" sz="quarter"/>
          </p:nvPr>
        </p:nvSpPr>
        <p:spPr/>
        <p:txBody>
          <a:bodyPr/>
          <a:lstStyle/>
          <a:p>
            <a:r>
              <a:rPr lang="en-US"/>
              <a:t>Titel der Präsentation</a:t>
            </a:r>
          </a:p>
        </p:txBody>
      </p:sp>
      <p:sp>
        <p:nvSpPr>
          <p:cNvPr id="5" name="Date Placeholder 4">
            <a:extLst>
              <a:ext uri="{FF2B5EF4-FFF2-40B4-BE49-F238E27FC236}">
                <a16:creationId xmlns:a16="http://schemas.microsoft.com/office/drawing/2014/main" id="{129CA9DE-3723-670F-9A62-2AB61EE750F2}"/>
              </a:ext>
            </a:extLst>
          </p:cNvPr>
          <p:cNvSpPr>
            <a:spLocks noGrp="1"/>
          </p:cNvSpPr>
          <p:nvPr>
            <p:ph type="dt" idx="1"/>
          </p:nvPr>
        </p:nvSpPr>
        <p:spPr/>
        <p:txBody>
          <a:bodyPr/>
          <a:lstStyle/>
          <a:p>
            <a:fld id="{EE95DCD8-576C-4B52-B75A-0B641B465708}" type="datetime1">
              <a:rPr lang="de-DE" smtClean="0"/>
              <a:t>23.02.2026</a:t>
            </a:fld>
            <a:endParaRPr lang="en-US"/>
          </a:p>
        </p:txBody>
      </p:sp>
      <p:sp>
        <p:nvSpPr>
          <p:cNvPr id="6" name="Footer Placeholder 5">
            <a:extLst>
              <a:ext uri="{FF2B5EF4-FFF2-40B4-BE49-F238E27FC236}">
                <a16:creationId xmlns:a16="http://schemas.microsoft.com/office/drawing/2014/main" id="{ABD196DF-A387-226C-38B2-DA9E3F13EC3F}"/>
              </a:ext>
            </a:extLst>
          </p:cNvPr>
          <p:cNvSpPr>
            <a:spLocks noGrp="1"/>
          </p:cNvSpPr>
          <p:nvPr>
            <p:ph type="ftr" sz="quarter" idx="4"/>
          </p:nvPr>
        </p:nvSpPr>
        <p:spPr/>
        <p:txBody>
          <a:bodyPr/>
          <a:lstStyle/>
          <a:p>
            <a:r>
              <a:rPr lang="en-US"/>
              <a:t>Universität Stuttgart</a:t>
            </a:r>
            <a:endParaRPr lang="en-US" dirty="0"/>
          </a:p>
        </p:txBody>
      </p:sp>
      <p:sp>
        <p:nvSpPr>
          <p:cNvPr id="7" name="Slide Number Placeholder 6">
            <a:extLst>
              <a:ext uri="{FF2B5EF4-FFF2-40B4-BE49-F238E27FC236}">
                <a16:creationId xmlns:a16="http://schemas.microsoft.com/office/drawing/2014/main" id="{37A4673B-59ED-FA09-C42E-2EBC3EAF165C}"/>
              </a:ext>
            </a:extLst>
          </p:cNvPr>
          <p:cNvSpPr>
            <a:spLocks noGrp="1"/>
          </p:cNvSpPr>
          <p:nvPr>
            <p:ph type="sldNum" sz="quarter" idx="5"/>
          </p:nvPr>
        </p:nvSpPr>
        <p:spPr/>
        <p:txBody>
          <a:bodyPr/>
          <a:lstStyle/>
          <a:p>
            <a:fld id="{05DD1DF0-DD4E-4B0C-B0FD-D16D9D2A9750}" type="slidenum">
              <a:rPr lang="en-US" smtClean="0"/>
              <a:pPr/>
              <a:t>4</a:t>
            </a:fld>
            <a:endParaRPr lang="en-US"/>
          </a:p>
        </p:txBody>
      </p:sp>
    </p:spTree>
    <p:extLst>
      <p:ext uri="{BB962C8B-B14F-4D97-AF65-F5344CB8AC3E}">
        <p14:creationId xmlns:p14="http://schemas.microsoft.com/office/powerpoint/2010/main" val="1636862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68313" y="1009650"/>
            <a:ext cx="4937125" cy="3086100"/>
          </a:xfrm>
        </p:spPr>
      </p:sp>
      <p:sp>
        <p:nvSpPr>
          <p:cNvPr id="3" name="Notizenplatzhalter 2"/>
          <p:cNvSpPr>
            <a:spLocks noGrp="1"/>
          </p:cNvSpPr>
          <p:nvPr>
            <p:ph type="body" idx="1"/>
          </p:nvPr>
        </p:nvSpPr>
        <p:spPr/>
        <p:txBody>
          <a:bodyPr/>
          <a:lstStyle/>
          <a:p>
            <a:r>
              <a:rPr lang="de-DE" dirty="0"/>
              <a:t>Yes , we will take a look at a great detail such pipeline which tries to achieve the same </a:t>
            </a:r>
          </a:p>
          <a:p>
            <a:r>
              <a:rPr lang="de-DE" dirty="0"/>
              <a:t>What went in to prompt engineering </a:t>
            </a:r>
          </a:p>
          <a:p>
            <a:r>
              <a:rPr lang="de-DE" dirty="0"/>
              <a:t>Learning </a:t>
            </a:r>
          </a:p>
          <a:p>
            <a:r>
              <a:rPr lang="de-DE" dirty="0"/>
              <a:t>We defined objectives for such system </a:t>
            </a:r>
          </a:p>
          <a:p>
            <a:pPr marL="0" indent="0">
              <a:buNone/>
            </a:pPr>
            <a:endParaRPr lang="de-DE" dirty="0"/>
          </a:p>
          <a:p>
            <a:pPr marL="0" indent="0">
              <a:buNone/>
            </a:pPr>
            <a:r>
              <a:rPr lang="de-DE" dirty="0"/>
              <a:t>We will ook how Cluade sonne 4.6 behance in such piple and also what heppend when we switch the LLM to a different one keeping wverything same</a:t>
            </a:r>
          </a:p>
        </p:txBody>
      </p:sp>
      <p:sp>
        <p:nvSpPr>
          <p:cNvPr id="4" name="Kopfzeilenplatzhalter 3"/>
          <p:cNvSpPr>
            <a:spLocks noGrp="1"/>
          </p:cNvSpPr>
          <p:nvPr>
            <p:ph type="hdr" sz="quarter" idx="10"/>
          </p:nvPr>
        </p:nvSpPr>
        <p:spPr/>
        <p:txBody>
          <a:bodyPr/>
          <a:lstStyle/>
          <a:p>
            <a:r>
              <a:rPr lang="en-US"/>
              <a:t>Titel der Präsentation</a:t>
            </a:r>
          </a:p>
        </p:txBody>
      </p:sp>
      <p:sp>
        <p:nvSpPr>
          <p:cNvPr id="5" name="Datumsplatzhalter 4"/>
          <p:cNvSpPr>
            <a:spLocks noGrp="1"/>
          </p:cNvSpPr>
          <p:nvPr>
            <p:ph type="dt" idx="11"/>
          </p:nvPr>
        </p:nvSpPr>
        <p:spPr/>
        <p:txBody>
          <a:bodyPr/>
          <a:lstStyle/>
          <a:p>
            <a:fld id="{34DD9FD8-2993-41E4-AB4A-60025766FD7E}" type="datetime1">
              <a:rPr lang="de-DE" smtClean="0"/>
              <a:t>23.02.2026</a:t>
            </a:fld>
            <a:endParaRPr lang="en-US"/>
          </a:p>
        </p:txBody>
      </p:sp>
      <p:sp>
        <p:nvSpPr>
          <p:cNvPr id="6" name="Fußzeilenplatzhalter 5"/>
          <p:cNvSpPr>
            <a:spLocks noGrp="1"/>
          </p:cNvSpPr>
          <p:nvPr>
            <p:ph type="ftr" sz="quarter" idx="12"/>
          </p:nvPr>
        </p:nvSpPr>
        <p:spPr/>
        <p:txBody>
          <a:bodyPr/>
          <a:lstStyle/>
          <a:p>
            <a:r>
              <a:rPr lang="en-US"/>
              <a:t>Universität Stuttgart</a:t>
            </a:r>
            <a:endParaRPr lang="en-US" dirty="0"/>
          </a:p>
        </p:txBody>
      </p:sp>
      <p:sp>
        <p:nvSpPr>
          <p:cNvPr id="7" name="Foliennummernplatzhalter 6"/>
          <p:cNvSpPr>
            <a:spLocks noGrp="1"/>
          </p:cNvSpPr>
          <p:nvPr>
            <p:ph type="sldNum" sz="quarter" idx="13"/>
          </p:nvPr>
        </p:nvSpPr>
        <p:spPr/>
        <p:txBody>
          <a:bodyPr/>
          <a:lstStyle/>
          <a:p>
            <a:fld id="{05DD1DF0-DD4E-4B0C-B0FD-D16D9D2A9750}" type="slidenum">
              <a:rPr lang="en-US" smtClean="0"/>
              <a:pPr/>
              <a:t>5</a:t>
            </a:fld>
            <a:endParaRPr lang="en-US"/>
          </a:p>
        </p:txBody>
      </p:sp>
    </p:spTree>
    <p:extLst>
      <p:ext uri="{BB962C8B-B14F-4D97-AF65-F5344CB8AC3E}">
        <p14:creationId xmlns:p14="http://schemas.microsoft.com/office/powerpoint/2010/main" val="3416227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8313" y="1009650"/>
            <a:ext cx="4937125" cy="3086100"/>
          </a:xfrm>
        </p:spPr>
      </p:sp>
      <p:sp>
        <p:nvSpPr>
          <p:cNvPr id="3" name="Notes Placeholder 2"/>
          <p:cNvSpPr>
            <a:spLocks noGrp="1"/>
          </p:cNvSpPr>
          <p:nvPr>
            <p:ph type="body" idx="1"/>
          </p:nvPr>
        </p:nvSpPr>
        <p:spPr/>
        <p:txBody>
          <a:bodyPr/>
          <a:lstStyle/>
          <a:p>
            <a:r>
              <a:rPr lang="en-US" dirty="0"/>
              <a:t>These were the objectives that we set </a:t>
            </a:r>
          </a:p>
          <a:p>
            <a:r>
              <a:rPr lang="en-US" dirty="0"/>
              <a:t>Can we convert </a:t>
            </a:r>
            <a:r>
              <a:rPr lang="en-US" dirty="0" err="1"/>
              <a:t>unstructed</a:t>
            </a:r>
            <a:r>
              <a:rPr lang="en-US" dirty="0"/>
              <a:t> documentation into more structured representation which has information about user flows , state diagrams , sequence diagrams , Formal requirements - &gt; Learnings from Literature review </a:t>
            </a:r>
          </a:p>
          <a:p>
            <a:r>
              <a:rPr lang="en-US" dirty="0"/>
              <a:t>Test our modelling -&gt; by generating the testcase </a:t>
            </a:r>
          </a:p>
          <a:p>
            <a:r>
              <a:rPr lang="en-US" dirty="0"/>
              <a:t>Evaluate effectiveness and </a:t>
            </a:r>
          </a:p>
        </p:txBody>
      </p:sp>
      <p:sp>
        <p:nvSpPr>
          <p:cNvPr id="4" name="Header Placeholder 3"/>
          <p:cNvSpPr>
            <a:spLocks noGrp="1"/>
          </p:cNvSpPr>
          <p:nvPr>
            <p:ph type="hdr" sz="quarter"/>
          </p:nvPr>
        </p:nvSpPr>
        <p:spPr/>
        <p:txBody>
          <a:bodyPr/>
          <a:lstStyle/>
          <a:p>
            <a:r>
              <a:rPr lang="en-US"/>
              <a:t>Titel der Präsentation</a:t>
            </a:r>
          </a:p>
        </p:txBody>
      </p:sp>
      <p:sp>
        <p:nvSpPr>
          <p:cNvPr id="5" name="Date Placeholder 4"/>
          <p:cNvSpPr>
            <a:spLocks noGrp="1"/>
          </p:cNvSpPr>
          <p:nvPr>
            <p:ph type="dt" idx="1"/>
          </p:nvPr>
        </p:nvSpPr>
        <p:spPr/>
        <p:txBody>
          <a:bodyPr/>
          <a:lstStyle/>
          <a:p>
            <a:fld id="{EE95DCD8-576C-4B52-B75A-0B641B465708}" type="datetime1">
              <a:rPr lang="de-DE" smtClean="0"/>
              <a:t>23.02.2026</a:t>
            </a:fld>
            <a:endParaRPr lang="en-US"/>
          </a:p>
        </p:txBody>
      </p:sp>
      <p:sp>
        <p:nvSpPr>
          <p:cNvPr id="6" name="Footer Placeholder 5"/>
          <p:cNvSpPr>
            <a:spLocks noGrp="1"/>
          </p:cNvSpPr>
          <p:nvPr>
            <p:ph type="ftr" sz="quarter" idx="4"/>
          </p:nvPr>
        </p:nvSpPr>
        <p:spPr/>
        <p:txBody>
          <a:bodyPr/>
          <a:lstStyle/>
          <a:p>
            <a:r>
              <a:rPr lang="en-US"/>
              <a:t>Universität Stuttgart</a:t>
            </a:r>
            <a:endParaRPr lang="en-US" dirty="0"/>
          </a:p>
        </p:txBody>
      </p:sp>
      <p:sp>
        <p:nvSpPr>
          <p:cNvPr id="7" name="Slide Number Placeholder 6"/>
          <p:cNvSpPr>
            <a:spLocks noGrp="1"/>
          </p:cNvSpPr>
          <p:nvPr>
            <p:ph type="sldNum" sz="quarter" idx="5"/>
          </p:nvPr>
        </p:nvSpPr>
        <p:spPr/>
        <p:txBody>
          <a:bodyPr/>
          <a:lstStyle/>
          <a:p>
            <a:fld id="{05DD1DF0-DD4E-4B0C-B0FD-D16D9D2A9750}" type="slidenum">
              <a:rPr lang="en-US" smtClean="0"/>
              <a:pPr/>
              <a:t>6</a:t>
            </a:fld>
            <a:endParaRPr lang="en-US"/>
          </a:p>
        </p:txBody>
      </p:sp>
    </p:spTree>
    <p:extLst>
      <p:ext uri="{BB962C8B-B14F-4D97-AF65-F5344CB8AC3E}">
        <p14:creationId xmlns:p14="http://schemas.microsoft.com/office/powerpoint/2010/main" val="37035501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8313" y="1009650"/>
            <a:ext cx="4937125" cy="3086100"/>
          </a:xfrm>
        </p:spPr>
      </p:sp>
      <p:sp>
        <p:nvSpPr>
          <p:cNvPr id="3" name="Notes Placeholder 2"/>
          <p:cNvSpPr>
            <a:spLocks noGrp="1"/>
          </p:cNvSpPr>
          <p:nvPr>
            <p:ph type="body" idx="1"/>
          </p:nvPr>
        </p:nvSpPr>
        <p:spPr/>
        <p:txBody>
          <a:bodyPr/>
          <a:lstStyle/>
          <a:p>
            <a:pPr marL="180975" marR="0" lvl="0" indent="-180975" algn="l" defTabSz="713232"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dirty="0"/>
              <a:t>We designed a pipeline which logically breaks down the process, </a:t>
            </a:r>
            <a:r>
              <a:rPr lang="en-US" sz="1000" b="0" kern="1200" dirty="0">
                <a:solidFill>
                  <a:schemeClr val="tx1"/>
                </a:solidFill>
                <a:effectLst/>
                <a:latin typeface="+mn-lt"/>
                <a:ea typeface="+mn-ea"/>
                <a:cs typeface="+mn-cs"/>
              </a:rPr>
              <a:t>Strong separation of concerns-&gt;planning-&gt; representation-&gt; generation-&gt; execution, reporting</a:t>
            </a:r>
          </a:p>
          <a:p>
            <a:pPr marL="180975" marR="0" lvl="0" indent="-180975" algn="l" defTabSz="713232"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sz="1000" b="0" kern="1200" dirty="0">
                <a:solidFill>
                  <a:schemeClr val="tx1"/>
                </a:solidFill>
                <a:effectLst/>
                <a:latin typeface="+mn-lt"/>
                <a:ea typeface="+mn-ea"/>
                <a:cs typeface="+mn-cs"/>
              </a:rPr>
              <a:t>Documentation as the sole input to the system , no source code</a:t>
            </a:r>
          </a:p>
          <a:p>
            <a:pPr marL="180975" marR="0" lvl="0" indent="-180975" algn="l" defTabSz="713232"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sz="1000" b="0" kern="1200" dirty="0">
                <a:solidFill>
                  <a:schemeClr val="tx1"/>
                </a:solidFill>
                <a:effectLst/>
                <a:latin typeface="+mn-lt"/>
                <a:ea typeface="+mn-ea"/>
                <a:cs typeface="+mn-cs"/>
              </a:rPr>
              <a:t>We will not look phase 4 in greater detail, but we will dive deep down into phase 1, 2 and 3</a:t>
            </a:r>
          </a:p>
          <a:p>
            <a:r>
              <a:rPr lang="en-US" dirty="0"/>
              <a:t>We create a more structured , formal representation such as test cases can be derived from it</a:t>
            </a:r>
          </a:p>
          <a:p>
            <a:r>
              <a:rPr lang="en-US" dirty="0"/>
              <a:t>Rep -&gt; test cases ; system </a:t>
            </a:r>
            <a:r>
              <a:rPr lang="en-US" dirty="0" err="1"/>
              <a:t>interac</a:t>
            </a:r>
            <a:endParaRPr lang="en-US" dirty="0"/>
          </a:p>
        </p:txBody>
      </p:sp>
      <p:sp>
        <p:nvSpPr>
          <p:cNvPr id="4" name="Header Placeholder 3"/>
          <p:cNvSpPr>
            <a:spLocks noGrp="1"/>
          </p:cNvSpPr>
          <p:nvPr>
            <p:ph type="hdr" sz="quarter"/>
          </p:nvPr>
        </p:nvSpPr>
        <p:spPr/>
        <p:txBody>
          <a:bodyPr/>
          <a:lstStyle/>
          <a:p>
            <a:r>
              <a:rPr lang="en-US"/>
              <a:t>Titel der Präsentation</a:t>
            </a:r>
          </a:p>
        </p:txBody>
      </p:sp>
      <p:sp>
        <p:nvSpPr>
          <p:cNvPr id="5" name="Date Placeholder 4"/>
          <p:cNvSpPr>
            <a:spLocks noGrp="1"/>
          </p:cNvSpPr>
          <p:nvPr>
            <p:ph type="dt" idx="1"/>
          </p:nvPr>
        </p:nvSpPr>
        <p:spPr/>
        <p:txBody>
          <a:bodyPr/>
          <a:lstStyle/>
          <a:p>
            <a:fld id="{EE95DCD8-576C-4B52-B75A-0B641B465708}" type="datetime1">
              <a:rPr lang="de-DE" smtClean="0"/>
              <a:t>23.02.2026</a:t>
            </a:fld>
            <a:endParaRPr lang="en-US"/>
          </a:p>
        </p:txBody>
      </p:sp>
      <p:sp>
        <p:nvSpPr>
          <p:cNvPr id="6" name="Footer Placeholder 5"/>
          <p:cNvSpPr>
            <a:spLocks noGrp="1"/>
          </p:cNvSpPr>
          <p:nvPr>
            <p:ph type="ftr" sz="quarter" idx="4"/>
          </p:nvPr>
        </p:nvSpPr>
        <p:spPr/>
        <p:txBody>
          <a:bodyPr/>
          <a:lstStyle/>
          <a:p>
            <a:r>
              <a:rPr lang="en-US"/>
              <a:t>Universität Stuttgart</a:t>
            </a:r>
            <a:endParaRPr lang="en-US" dirty="0"/>
          </a:p>
        </p:txBody>
      </p:sp>
      <p:sp>
        <p:nvSpPr>
          <p:cNvPr id="7" name="Slide Number Placeholder 6"/>
          <p:cNvSpPr>
            <a:spLocks noGrp="1"/>
          </p:cNvSpPr>
          <p:nvPr>
            <p:ph type="sldNum" sz="quarter" idx="5"/>
          </p:nvPr>
        </p:nvSpPr>
        <p:spPr/>
        <p:txBody>
          <a:bodyPr/>
          <a:lstStyle/>
          <a:p>
            <a:fld id="{05DD1DF0-DD4E-4B0C-B0FD-D16D9D2A9750}" type="slidenum">
              <a:rPr lang="en-US" smtClean="0"/>
              <a:pPr/>
              <a:t>7</a:t>
            </a:fld>
            <a:endParaRPr lang="en-US"/>
          </a:p>
        </p:txBody>
      </p:sp>
    </p:spTree>
    <p:extLst>
      <p:ext uri="{BB962C8B-B14F-4D97-AF65-F5344CB8AC3E}">
        <p14:creationId xmlns:p14="http://schemas.microsoft.com/office/powerpoint/2010/main" val="32990412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8313" y="1009650"/>
            <a:ext cx="4937125" cy="3086100"/>
          </a:xfrm>
        </p:spPr>
      </p:sp>
      <p:sp>
        <p:nvSpPr>
          <p:cNvPr id="3" name="Notes Placeholder 2"/>
          <p:cNvSpPr>
            <a:spLocks noGrp="1"/>
          </p:cNvSpPr>
          <p:nvPr>
            <p:ph type="body" idx="1"/>
          </p:nvPr>
        </p:nvSpPr>
        <p:spPr/>
        <p:txBody>
          <a:bodyPr/>
          <a:lstStyle/>
          <a:p>
            <a:r>
              <a:rPr lang="en-US" sz="1000" dirty="0"/>
              <a:t>Role Specialization: Prompts assign explicit roles (Senior QA Architect, Formal Modeling Engineer) to enforce domain expertise and methodological rigor.</a:t>
            </a:r>
          </a:p>
          <a:p>
            <a:r>
              <a:rPr lang="en-US" sz="1000" dirty="0"/>
              <a:t>Representation Selection: The pipeline mandates a formal analysis of documentation to select the most suitable intermediate representation (state diagrams, Gherkin, traceability tables, etc.) based on test derivation, traceability, and verification needs.</a:t>
            </a:r>
          </a:p>
          <a:p>
            <a:r>
              <a:rPr lang="en-US" sz="1000" dirty="0"/>
              <a:t>Mermaid Diagram Enforcement: If diagrams are required, agents must consult official Mermaid syntax documentation, treat Mermaid as a formal grammar, and lock syntax rules before rendering—preventing ad-hoc or invalid diagrams.</a:t>
            </a:r>
          </a:p>
          <a:p>
            <a:r>
              <a:rPr lang="en-US" sz="1000" dirty="0"/>
              <a:t>Logical Model First: Agents build a logical model (states, transitions, conditions, IDs) before rendering, separating semantics from syntax for correctness and </a:t>
            </a:r>
            <a:r>
              <a:rPr lang="en-US" sz="1000" dirty="0" err="1"/>
              <a:t>clarity.Traceability</a:t>
            </a:r>
            <a:r>
              <a:rPr lang="en-US" sz="1000" dirty="0"/>
              <a:t> &amp; Coverage: Every modeled element is assigned a unique ID and explicit traceability reference, enabling systematic test derivation and bidirectional mapping to documentation.</a:t>
            </a:r>
          </a:p>
          <a:p>
            <a:r>
              <a:rPr lang="en-US" sz="1000" dirty="0"/>
              <a:t>Validation &amp; Quality Control: The pipeline includes explicit validation steps—completeness, syntactic correctness, and coverage checks—ensuring the representation is exhaustive and suitable for automation.</a:t>
            </a:r>
          </a:p>
          <a:p>
            <a:r>
              <a:rPr lang="en-US" sz="1000" dirty="0"/>
              <a:t>Strict Output Discipline: Agents never output representations or analysis directly in the user panel; all artefacts are persisted in structured files for review and downstream automation.</a:t>
            </a:r>
          </a:p>
          <a:p>
            <a:endParaRPr lang="en-US" dirty="0"/>
          </a:p>
        </p:txBody>
      </p:sp>
      <p:sp>
        <p:nvSpPr>
          <p:cNvPr id="4" name="Header Placeholder 3"/>
          <p:cNvSpPr>
            <a:spLocks noGrp="1"/>
          </p:cNvSpPr>
          <p:nvPr>
            <p:ph type="hdr" sz="quarter"/>
          </p:nvPr>
        </p:nvSpPr>
        <p:spPr/>
        <p:txBody>
          <a:bodyPr/>
          <a:lstStyle/>
          <a:p>
            <a:r>
              <a:rPr lang="en-US"/>
              <a:t>Titel der Präsentation</a:t>
            </a:r>
          </a:p>
        </p:txBody>
      </p:sp>
      <p:sp>
        <p:nvSpPr>
          <p:cNvPr id="5" name="Date Placeholder 4"/>
          <p:cNvSpPr>
            <a:spLocks noGrp="1"/>
          </p:cNvSpPr>
          <p:nvPr>
            <p:ph type="dt" idx="1"/>
          </p:nvPr>
        </p:nvSpPr>
        <p:spPr/>
        <p:txBody>
          <a:bodyPr/>
          <a:lstStyle/>
          <a:p>
            <a:fld id="{EE95DCD8-576C-4B52-B75A-0B641B465708}" type="datetime1">
              <a:rPr lang="de-DE" smtClean="0"/>
              <a:t>23.02.2026</a:t>
            </a:fld>
            <a:endParaRPr lang="en-US"/>
          </a:p>
        </p:txBody>
      </p:sp>
      <p:sp>
        <p:nvSpPr>
          <p:cNvPr id="6" name="Footer Placeholder 5"/>
          <p:cNvSpPr>
            <a:spLocks noGrp="1"/>
          </p:cNvSpPr>
          <p:nvPr>
            <p:ph type="ftr" sz="quarter" idx="4"/>
          </p:nvPr>
        </p:nvSpPr>
        <p:spPr/>
        <p:txBody>
          <a:bodyPr/>
          <a:lstStyle/>
          <a:p>
            <a:r>
              <a:rPr lang="en-US"/>
              <a:t>Universität Stuttgart</a:t>
            </a:r>
            <a:endParaRPr lang="en-US" dirty="0"/>
          </a:p>
        </p:txBody>
      </p:sp>
      <p:sp>
        <p:nvSpPr>
          <p:cNvPr id="7" name="Slide Number Placeholder 6"/>
          <p:cNvSpPr>
            <a:spLocks noGrp="1"/>
          </p:cNvSpPr>
          <p:nvPr>
            <p:ph type="sldNum" sz="quarter" idx="5"/>
          </p:nvPr>
        </p:nvSpPr>
        <p:spPr/>
        <p:txBody>
          <a:bodyPr/>
          <a:lstStyle/>
          <a:p>
            <a:fld id="{05DD1DF0-DD4E-4B0C-B0FD-D16D9D2A9750}" type="slidenum">
              <a:rPr lang="en-US" smtClean="0"/>
              <a:pPr/>
              <a:t>9</a:t>
            </a:fld>
            <a:endParaRPr lang="en-US"/>
          </a:p>
        </p:txBody>
      </p:sp>
    </p:spTree>
    <p:extLst>
      <p:ext uri="{BB962C8B-B14F-4D97-AF65-F5344CB8AC3E}">
        <p14:creationId xmlns:p14="http://schemas.microsoft.com/office/powerpoint/2010/main" val="25862111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8313" y="1009650"/>
            <a:ext cx="4937125" cy="3086100"/>
          </a:xfrm>
        </p:spPr>
      </p:sp>
      <p:sp>
        <p:nvSpPr>
          <p:cNvPr id="3" name="Notes Placeholder 2"/>
          <p:cNvSpPr>
            <a:spLocks noGrp="1"/>
          </p:cNvSpPr>
          <p:nvPr>
            <p:ph type="body" idx="1"/>
          </p:nvPr>
        </p:nvSpPr>
        <p:spPr/>
        <p:txBody>
          <a:bodyPr/>
          <a:lstStyle/>
          <a:p>
            <a:pPr marL="180975" marR="0" lvl="0" indent="-180975" algn="l" defTabSz="713232" rtl="0" eaLnBrk="1" fontAlgn="auto" latinLnBrk="0" hangingPunct="1">
              <a:lnSpc>
                <a:spcPct val="120000"/>
              </a:lnSpc>
              <a:spcBef>
                <a:spcPts val="0"/>
              </a:spcBef>
              <a:spcAft>
                <a:spcPts val="0"/>
              </a:spcAft>
              <a:buClr>
                <a:schemeClr val="accent1"/>
              </a:buClr>
              <a:buSzTx/>
              <a:buFont typeface="Arial" panose="020B0604020202020204" pitchFamily="34" charset="0"/>
              <a:buChar char="•"/>
              <a:tabLst/>
              <a:defRPr/>
            </a:pPr>
            <a:r>
              <a:rPr lang="en-US" sz="1000" b="0" i="0" kern="1200" dirty="0">
                <a:solidFill>
                  <a:schemeClr val="tx1"/>
                </a:solidFill>
                <a:effectLst/>
                <a:latin typeface="+mn-lt"/>
                <a:ea typeface="+mn-ea"/>
                <a:cs typeface="+mn-cs"/>
              </a:rPr>
              <a:t>Token consumption for Phase 2 (test generation) is roughly similar (~92–102k) regardless of feature complexity — the execution/healing phase dominates cost</a:t>
            </a:r>
          </a:p>
          <a:p>
            <a:r>
              <a:rPr lang="en-US" dirty="0"/>
              <a:t>Time taken in Phase 3</a:t>
            </a:r>
          </a:p>
          <a:p>
            <a:endParaRPr lang="en-US" dirty="0"/>
          </a:p>
        </p:txBody>
      </p:sp>
      <p:sp>
        <p:nvSpPr>
          <p:cNvPr id="4" name="Header Placeholder 3"/>
          <p:cNvSpPr>
            <a:spLocks noGrp="1"/>
          </p:cNvSpPr>
          <p:nvPr>
            <p:ph type="hdr" sz="quarter"/>
          </p:nvPr>
        </p:nvSpPr>
        <p:spPr/>
        <p:txBody>
          <a:bodyPr/>
          <a:lstStyle/>
          <a:p>
            <a:r>
              <a:rPr lang="en-US"/>
              <a:t>Titel der Präsentation</a:t>
            </a:r>
          </a:p>
        </p:txBody>
      </p:sp>
      <p:sp>
        <p:nvSpPr>
          <p:cNvPr id="5" name="Date Placeholder 4"/>
          <p:cNvSpPr>
            <a:spLocks noGrp="1"/>
          </p:cNvSpPr>
          <p:nvPr>
            <p:ph type="dt" idx="1"/>
          </p:nvPr>
        </p:nvSpPr>
        <p:spPr/>
        <p:txBody>
          <a:bodyPr/>
          <a:lstStyle/>
          <a:p>
            <a:fld id="{EE95DCD8-576C-4B52-B75A-0B641B465708}" type="datetime1">
              <a:rPr lang="de-DE" smtClean="0"/>
              <a:t>23.02.2026</a:t>
            </a:fld>
            <a:endParaRPr lang="en-US"/>
          </a:p>
        </p:txBody>
      </p:sp>
      <p:sp>
        <p:nvSpPr>
          <p:cNvPr id="6" name="Footer Placeholder 5"/>
          <p:cNvSpPr>
            <a:spLocks noGrp="1"/>
          </p:cNvSpPr>
          <p:nvPr>
            <p:ph type="ftr" sz="quarter" idx="4"/>
          </p:nvPr>
        </p:nvSpPr>
        <p:spPr/>
        <p:txBody>
          <a:bodyPr/>
          <a:lstStyle/>
          <a:p>
            <a:r>
              <a:rPr lang="en-US"/>
              <a:t>Universität Stuttgart</a:t>
            </a:r>
            <a:endParaRPr lang="en-US" dirty="0"/>
          </a:p>
        </p:txBody>
      </p:sp>
      <p:sp>
        <p:nvSpPr>
          <p:cNvPr id="7" name="Slide Number Placeholder 6"/>
          <p:cNvSpPr>
            <a:spLocks noGrp="1"/>
          </p:cNvSpPr>
          <p:nvPr>
            <p:ph type="sldNum" sz="quarter" idx="5"/>
          </p:nvPr>
        </p:nvSpPr>
        <p:spPr/>
        <p:txBody>
          <a:bodyPr/>
          <a:lstStyle/>
          <a:p>
            <a:fld id="{05DD1DF0-DD4E-4B0C-B0FD-D16D9D2A9750}" type="slidenum">
              <a:rPr lang="en-US" smtClean="0"/>
              <a:pPr/>
              <a:t>17</a:t>
            </a:fld>
            <a:endParaRPr lang="en-US"/>
          </a:p>
        </p:txBody>
      </p:sp>
    </p:spTree>
    <p:extLst>
      <p:ext uri="{BB962C8B-B14F-4D97-AF65-F5344CB8AC3E}">
        <p14:creationId xmlns:p14="http://schemas.microsoft.com/office/powerpoint/2010/main" val="10890050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8313" y="1009650"/>
            <a:ext cx="4937125" cy="3086100"/>
          </a:xfrm>
        </p:spPr>
      </p:sp>
      <p:sp>
        <p:nvSpPr>
          <p:cNvPr id="3" name="Notes Placeholder 2"/>
          <p:cNvSpPr>
            <a:spLocks noGrp="1"/>
          </p:cNvSpPr>
          <p:nvPr>
            <p:ph type="body" idx="1"/>
          </p:nvPr>
        </p:nvSpPr>
        <p:spPr/>
        <p:txBody>
          <a:bodyPr/>
          <a:lstStyle/>
          <a:p>
            <a:r>
              <a:rPr lang="en-US" sz="1000" b="1" i="0" kern="1200" dirty="0">
                <a:solidFill>
                  <a:schemeClr val="tx1"/>
                </a:solidFill>
                <a:effectLst/>
                <a:latin typeface="+mn-lt"/>
                <a:ea typeface="+mn-ea"/>
                <a:cs typeface="+mn-cs"/>
              </a:rPr>
              <a:t>Common Finding</a:t>
            </a:r>
            <a:r>
              <a:rPr lang="en-US" sz="1000" b="0" i="0" kern="1200" dirty="0">
                <a:solidFill>
                  <a:schemeClr val="tx1"/>
                </a:solidFill>
                <a:effectLst/>
                <a:latin typeface="+mn-lt"/>
                <a:ea typeface="+mn-ea"/>
                <a:cs typeface="+mn-cs"/>
              </a:rPr>
              <a:t>: All three models independently discovered the Monitor Tab agent-click crash</a:t>
            </a:r>
          </a:p>
          <a:p>
            <a:r>
              <a:rPr lang="en-US" sz="1000" b="1" i="0" kern="1200" dirty="0">
                <a:solidFill>
                  <a:schemeClr val="tx1"/>
                </a:solidFill>
                <a:effectLst/>
                <a:latin typeface="+mn-lt"/>
                <a:ea typeface="+mn-ea"/>
                <a:cs typeface="+mn-cs"/>
              </a:rPr>
              <a:t>Claude Sonnet 4.6</a:t>
            </a:r>
            <a:r>
              <a:rPr lang="en-US" sz="1000" b="0" i="0" kern="1200" dirty="0">
                <a:solidFill>
                  <a:schemeClr val="tx1"/>
                </a:solidFill>
                <a:effectLst/>
                <a:latin typeface="+mn-lt"/>
                <a:ea typeface="+mn-ea"/>
                <a:cs typeface="+mn-cs"/>
              </a:rPr>
              <a:t> — Highest effective execution</a:t>
            </a:r>
          </a:p>
          <a:p>
            <a:pPr lvl="1"/>
            <a:r>
              <a:rPr lang="en-US" sz="1000" b="0" i="0" kern="1200" dirty="0">
                <a:solidFill>
                  <a:schemeClr val="tx1"/>
                </a:solidFill>
                <a:effectLst/>
                <a:latin typeface="+mn-lt"/>
                <a:ea typeface="+mn-ea"/>
                <a:cs typeface="+mn-cs"/>
              </a:rPr>
              <a:t>Discovered delete feature operates on </a:t>
            </a:r>
            <a:r>
              <a:rPr lang="en-US" sz="1000" b="1" i="0" kern="1200" dirty="0">
                <a:solidFill>
                  <a:schemeClr val="tx1"/>
                </a:solidFill>
                <a:effectLst/>
                <a:latin typeface="+mn-lt"/>
                <a:ea typeface="+mn-ea"/>
                <a:cs typeface="+mn-cs"/>
              </a:rPr>
              <a:t>Library page</a:t>
            </a:r>
            <a:r>
              <a:rPr lang="en-US" sz="1000" b="0" i="0" kern="1200" dirty="0">
                <a:solidFill>
                  <a:schemeClr val="tx1"/>
                </a:solidFill>
                <a:effectLst/>
                <a:latin typeface="+mn-lt"/>
                <a:ea typeface="+mn-ea"/>
                <a:cs typeface="+mn-cs"/>
              </a:rPr>
              <a:t> (/library), not Monitor Tab</a:t>
            </a:r>
          </a:p>
          <a:p>
            <a:pPr lvl="1"/>
            <a:r>
              <a:rPr lang="en-US" sz="1000" b="0" i="0" kern="1200" dirty="0">
                <a:solidFill>
                  <a:schemeClr val="tx1"/>
                </a:solidFill>
                <a:effectLst/>
                <a:latin typeface="+mn-lt"/>
                <a:ea typeface="+mn-ea"/>
                <a:cs typeface="+mn-cs"/>
              </a:rPr>
              <a:t>Empirical pivot → 10 fully executable tests</a:t>
            </a:r>
          </a:p>
          <a:p>
            <a:pPr lvl="1"/>
            <a:r>
              <a:rPr lang="en-US" sz="1000" b="0" i="0" kern="1200" dirty="0">
                <a:solidFill>
                  <a:schemeClr val="tx1"/>
                </a:solidFill>
                <a:effectLst/>
                <a:latin typeface="+mn-lt"/>
                <a:ea typeface="+mn-ea"/>
                <a:cs typeface="+mn-cs"/>
              </a:rPr>
              <a:t>Found 4 documentation–implementation mismatches:</a:t>
            </a:r>
          </a:p>
          <a:p>
            <a:pPr lvl="2"/>
            <a:r>
              <a:rPr lang="en-US" sz="1000" b="0" i="0" kern="1200" dirty="0">
                <a:solidFill>
                  <a:schemeClr val="tx1"/>
                </a:solidFill>
                <a:effectLst/>
                <a:latin typeface="+mn-lt"/>
                <a:ea typeface="+mn-ea"/>
                <a:cs typeface="+mn-cs"/>
              </a:rPr>
              <a:t>Feature location</a:t>
            </a:r>
          </a:p>
          <a:p>
            <a:pPr lvl="2"/>
            <a:r>
              <a:rPr lang="en-US" sz="1000" b="0" i="0" kern="1200" dirty="0">
                <a:solidFill>
                  <a:schemeClr val="tx1"/>
                </a:solidFill>
                <a:effectLst/>
                <a:latin typeface="+mn-lt"/>
                <a:ea typeface="+mn-ea"/>
                <a:cs typeface="+mn-cs"/>
              </a:rPr>
              <a:t>Delete trigger mechanism</a:t>
            </a:r>
          </a:p>
          <a:p>
            <a:pPr lvl="2"/>
            <a:r>
              <a:rPr lang="en-US" sz="1000" b="0" i="0" kern="1200" dirty="0">
                <a:solidFill>
                  <a:schemeClr val="tx1"/>
                </a:solidFill>
                <a:effectLst/>
                <a:latin typeface="+mn-lt"/>
                <a:ea typeface="+mn-ea"/>
                <a:cs typeface="+mn-cs"/>
              </a:rPr>
              <a:t>Confirm button label</a:t>
            </a:r>
          </a:p>
          <a:p>
            <a:pPr lvl="2"/>
            <a:r>
              <a:rPr lang="en-US" sz="1000" b="0" i="0" kern="1200" dirty="0">
                <a:solidFill>
                  <a:schemeClr val="tx1"/>
                </a:solidFill>
                <a:effectLst/>
                <a:latin typeface="+mn-lt"/>
                <a:ea typeface="+mn-ea"/>
                <a:cs typeface="+mn-cs"/>
              </a:rPr>
              <a:t>Dialog message text</a:t>
            </a:r>
          </a:p>
          <a:p>
            <a:r>
              <a:rPr lang="en-US" sz="1000" b="1" i="0" kern="1200" dirty="0">
                <a:solidFill>
                  <a:schemeClr val="tx1"/>
                </a:solidFill>
                <a:effectLst/>
                <a:latin typeface="+mn-lt"/>
                <a:ea typeface="+mn-ea"/>
                <a:cs typeface="+mn-cs"/>
              </a:rPr>
              <a:t>GPT-5.3-Codex-Max</a:t>
            </a:r>
            <a:r>
              <a:rPr lang="en-US" sz="1000" b="0" i="0" kern="1200" dirty="0">
                <a:solidFill>
                  <a:schemeClr val="tx1"/>
                </a:solidFill>
                <a:effectLst/>
                <a:latin typeface="+mn-lt"/>
                <a:ea typeface="+mn-ea"/>
                <a:cs typeface="+mn-cs"/>
              </a:rPr>
              <a:t> — "Honesty-first" approach</a:t>
            </a:r>
          </a:p>
          <a:p>
            <a:pPr lvl="1"/>
            <a:r>
              <a:rPr lang="en-US" sz="1000" b="0" i="0" kern="1200" dirty="0">
                <a:solidFill>
                  <a:schemeClr val="tx1"/>
                </a:solidFill>
                <a:effectLst/>
                <a:latin typeface="+mn-lt"/>
                <a:ea typeface="+mn-ea"/>
                <a:cs typeface="+mn-cs"/>
              </a:rPr>
              <a:t>Exploration confirmed Monitor Tab crash blocked documented delete flow</a:t>
            </a:r>
          </a:p>
          <a:p>
            <a:pPr lvl="1"/>
            <a:r>
              <a:rPr lang="en-US" sz="1000" b="0" i="0" kern="1200" dirty="0">
                <a:solidFill>
                  <a:schemeClr val="tx1"/>
                </a:solidFill>
                <a:effectLst/>
                <a:latin typeface="+mn-lt"/>
                <a:ea typeface="+mn-ea"/>
                <a:cs typeface="+mn-cs"/>
              </a:rPr>
              <a:t>Generated only 2 intentionally-empty </a:t>
            </a:r>
            <a:r>
              <a:rPr lang="en-US" sz="1000" b="0" i="0" kern="1200" dirty="0" err="1">
                <a:solidFill>
                  <a:schemeClr val="tx1"/>
                </a:solidFill>
                <a:effectLst/>
                <a:latin typeface="+mn-lt"/>
                <a:ea typeface="+mn-ea"/>
                <a:cs typeface="+mn-cs"/>
              </a:rPr>
              <a:t>test.skip</a:t>
            </a:r>
            <a:r>
              <a:rPr lang="en-US" sz="1000" b="0" i="0" kern="1200" dirty="0">
                <a:solidFill>
                  <a:schemeClr val="tx1"/>
                </a:solidFill>
                <a:effectLst/>
                <a:latin typeface="+mn-lt"/>
                <a:ea typeface="+mn-ea"/>
                <a:cs typeface="+mn-cs"/>
              </a:rPr>
              <a:t>() stubs</a:t>
            </a:r>
          </a:p>
          <a:p>
            <a:pPr lvl="1"/>
            <a:r>
              <a:rPr lang="en-US" sz="1000" b="0" i="0" kern="1200" dirty="0">
                <a:solidFill>
                  <a:schemeClr val="tx1"/>
                </a:solidFill>
                <a:effectLst/>
                <a:latin typeface="+mn-lt"/>
                <a:ea typeface="+mn-ea"/>
                <a:cs typeface="+mn-cs"/>
              </a:rPr>
              <a:t>0% execution — but zero hallucinated test logic</a:t>
            </a:r>
          </a:p>
          <a:p>
            <a:pPr lvl="1"/>
            <a:r>
              <a:rPr lang="en-US" sz="1000" b="0" i="0" kern="1200" dirty="0">
                <a:solidFill>
                  <a:schemeClr val="tx1"/>
                </a:solidFill>
                <a:effectLst/>
                <a:latin typeface="+mn-lt"/>
                <a:ea typeface="+mn-ea"/>
                <a:cs typeface="+mn-cs"/>
              </a:rPr>
              <a:t>Did </a:t>
            </a:r>
            <a:r>
              <a:rPr lang="en-US" sz="1000" b="1" i="0" kern="1200" dirty="0">
                <a:solidFill>
                  <a:schemeClr val="tx1"/>
                </a:solidFill>
                <a:effectLst/>
                <a:latin typeface="+mn-lt"/>
                <a:ea typeface="+mn-ea"/>
                <a:cs typeface="+mn-cs"/>
              </a:rPr>
              <a:t>not</a:t>
            </a:r>
            <a:r>
              <a:rPr lang="en-US" sz="1000" b="0" i="0" kern="1200" dirty="0">
                <a:solidFill>
                  <a:schemeClr val="tx1"/>
                </a:solidFill>
                <a:effectLst/>
                <a:latin typeface="+mn-lt"/>
                <a:ea typeface="+mn-ea"/>
                <a:cs typeface="+mn-cs"/>
              </a:rPr>
              <a:t> discover Library page alternative path</a:t>
            </a:r>
          </a:p>
          <a:p>
            <a:r>
              <a:rPr lang="en-US" sz="1000" b="1" i="0" kern="1200" dirty="0">
                <a:solidFill>
                  <a:schemeClr val="tx1"/>
                </a:solidFill>
                <a:effectLst/>
                <a:latin typeface="+mn-lt"/>
                <a:ea typeface="+mn-ea"/>
                <a:cs typeface="+mn-cs"/>
              </a:rPr>
              <a:t>Claude Opus 4.6</a:t>
            </a:r>
            <a:r>
              <a:rPr lang="en-US" sz="1000" b="0" i="0" kern="1200" dirty="0">
                <a:solidFill>
                  <a:schemeClr val="tx1"/>
                </a:solidFill>
                <a:effectLst/>
                <a:latin typeface="+mn-lt"/>
                <a:ea typeface="+mn-ea"/>
                <a:cs typeface="+mn-cs"/>
              </a:rPr>
              <a:t> — Most comprehensive suite</a:t>
            </a:r>
          </a:p>
          <a:p>
            <a:pPr lvl="1"/>
            <a:r>
              <a:rPr lang="en-US" sz="1000" b="0" i="0" kern="1200" dirty="0">
                <a:solidFill>
                  <a:schemeClr val="tx1"/>
                </a:solidFill>
                <a:effectLst/>
                <a:latin typeface="+mn-lt"/>
                <a:ea typeface="+mn-ea"/>
                <a:cs typeface="+mn-cs"/>
              </a:rPr>
              <a:t>13 tests covering 94% of requirements (17 STT-row-derived scenarios)</a:t>
            </a:r>
          </a:p>
          <a:p>
            <a:pPr lvl="1"/>
            <a:r>
              <a:rPr lang="en-US" sz="1000" b="0" i="0" kern="1200" dirty="0">
                <a:solidFill>
                  <a:schemeClr val="tx1"/>
                </a:solidFill>
                <a:effectLst/>
                <a:latin typeface="+mn-lt"/>
                <a:ea typeface="+mn-ea"/>
                <a:cs typeface="+mn-cs"/>
              </a:rPr>
              <a:t>Constrained by Monitor Tab crash → only 3 tests executed</a:t>
            </a:r>
          </a:p>
          <a:p>
            <a:pPr lvl="1"/>
            <a:r>
              <a:rPr lang="en-US" sz="1000" b="0" i="0" kern="1200" dirty="0">
                <a:solidFill>
                  <a:schemeClr val="tx1"/>
                </a:solidFill>
                <a:effectLst/>
                <a:latin typeface="+mn-lt"/>
                <a:ea typeface="+mn-ea"/>
                <a:cs typeface="+mn-cs"/>
              </a:rPr>
              <a:t>Uniquely discovered DELETE API foreign key constraint bug</a:t>
            </a:r>
          </a:p>
          <a:p>
            <a:pPr lvl="2"/>
            <a:r>
              <a:rPr lang="en-US" sz="1000" b="0" i="0" kern="1200" dirty="0" err="1">
                <a:solidFill>
                  <a:schemeClr val="tx1"/>
                </a:solidFill>
                <a:effectLst/>
                <a:latin typeface="+mn-lt"/>
                <a:ea typeface="+mn-ea"/>
                <a:cs typeface="+mn-cs"/>
              </a:rPr>
              <a:t>LibraryAgent_agentGraphId_agentGraphVersion_fkey</a:t>
            </a:r>
            <a:endParaRPr lang="en-US" sz="1000" b="0" i="0" kern="1200" dirty="0">
              <a:solidFill>
                <a:schemeClr val="tx1"/>
              </a:solidFill>
              <a:effectLst/>
              <a:latin typeface="+mn-lt"/>
              <a:ea typeface="+mn-ea"/>
              <a:cs typeface="+mn-cs"/>
            </a:endParaRPr>
          </a:p>
          <a:p>
            <a:pPr lvl="2"/>
            <a:r>
              <a:rPr lang="en-US" sz="1000" b="0" i="0" kern="1200" dirty="0">
                <a:solidFill>
                  <a:schemeClr val="tx1"/>
                </a:solidFill>
                <a:effectLst/>
                <a:latin typeface="+mn-lt"/>
                <a:ea typeface="+mn-ea"/>
                <a:cs typeface="+mn-cs"/>
              </a:rPr>
              <a:t>Requires two-step deletion workaround</a:t>
            </a:r>
          </a:p>
          <a:p>
            <a:pPr lvl="1"/>
            <a:r>
              <a:rPr lang="en-US" sz="1000" b="0" i="0" kern="1200" dirty="0">
                <a:solidFill>
                  <a:schemeClr val="tx1"/>
                </a:solidFill>
                <a:effectLst/>
                <a:latin typeface="+mn-lt"/>
                <a:ea typeface="+mn-ea"/>
                <a:cs typeface="+mn-cs"/>
              </a:rPr>
              <a:t>Did </a:t>
            </a:r>
            <a:r>
              <a:rPr lang="en-US" sz="1000" b="1" i="0" kern="1200" dirty="0">
                <a:solidFill>
                  <a:schemeClr val="tx1"/>
                </a:solidFill>
                <a:effectLst/>
                <a:latin typeface="+mn-lt"/>
                <a:ea typeface="+mn-ea"/>
                <a:cs typeface="+mn-cs"/>
              </a:rPr>
              <a:t>not</a:t>
            </a:r>
            <a:r>
              <a:rPr lang="en-US" sz="1000" b="0" i="0" kern="1200" dirty="0">
                <a:solidFill>
                  <a:schemeClr val="tx1"/>
                </a:solidFill>
                <a:effectLst/>
                <a:latin typeface="+mn-lt"/>
                <a:ea typeface="+mn-ea"/>
                <a:cs typeface="+mn-cs"/>
              </a:rPr>
              <a:t> discover Library page alternative path</a:t>
            </a:r>
          </a:p>
          <a:p>
            <a:r>
              <a:rPr lang="en-US" sz="1000" dirty="0"/>
              <a:t>GPT- 4.1 asking me to continue after every phase</a:t>
            </a:r>
          </a:p>
          <a:p>
            <a:r>
              <a:rPr lang="en-US" sz="1000" dirty="0"/>
              <a:t>Claude Sonnet 4.5 created a single representation file while Claude Sonnet 4.6 created bunch of artifacts</a:t>
            </a:r>
          </a:p>
          <a:p>
            <a:r>
              <a:rPr lang="en-US" sz="1000" dirty="0"/>
              <a:t>GPT 4.1 and GPT 4o failed </a:t>
            </a:r>
            <a:r>
              <a:rPr lang="en-US" sz="1000" dirty="0" err="1"/>
              <a:t>misreably</a:t>
            </a:r>
            <a:endParaRPr lang="en-US" sz="1000" dirty="0"/>
          </a:p>
          <a:p>
            <a:endParaRPr lang="en-US" dirty="0"/>
          </a:p>
        </p:txBody>
      </p:sp>
      <p:sp>
        <p:nvSpPr>
          <p:cNvPr id="4" name="Header Placeholder 3"/>
          <p:cNvSpPr>
            <a:spLocks noGrp="1"/>
          </p:cNvSpPr>
          <p:nvPr>
            <p:ph type="hdr" sz="quarter"/>
          </p:nvPr>
        </p:nvSpPr>
        <p:spPr/>
        <p:txBody>
          <a:bodyPr/>
          <a:lstStyle/>
          <a:p>
            <a:r>
              <a:rPr lang="en-US"/>
              <a:t>Titel der Präsentation</a:t>
            </a:r>
          </a:p>
        </p:txBody>
      </p:sp>
      <p:sp>
        <p:nvSpPr>
          <p:cNvPr id="5" name="Date Placeholder 4"/>
          <p:cNvSpPr>
            <a:spLocks noGrp="1"/>
          </p:cNvSpPr>
          <p:nvPr>
            <p:ph type="dt" idx="1"/>
          </p:nvPr>
        </p:nvSpPr>
        <p:spPr/>
        <p:txBody>
          <a:bodyPr/>
          <a:lstStyle/>
          <a:p>
            <a:fld id="{EE95DCD8-576C-4B52-B75A-0B641B465708}" type="datetime1">
              <a:rPr lang="de-DE" smtClean="0"/>
              <a:t>23.02.2026</a:t>
            </a:fld>
            <a:endParaRPr lang="en-US"/>
          </a:p>
        </p:txBody>
      </p:sp>
      <p:sp>
        <p:nvSpPr>
          <p:cNvPr id="6" name="Footer Placeholder 5"/>
          <p:cNvSpPr>
            <a:spLocks noGrp="1"/>
          </p:cNvSpPr>
          <p:nvPr>
            <p:ph type="ftr" sz="quarter" idx="4"/>
          </p:nvPr>
        </p:nvSpPr>
        <p:spPr/>
        <p:txBody>
          <a:bodyPr/>
          <a:lstStyle/>
          <a:p>
            <a:r>
              <a:rPr lang="en-US"/>
              <a:t>Universität Stuttgart</a:t>
            </a:r>
            <a:endParaRPr lang="en-US" dirty="0"/>
          </a:p>
        </p:txBody>
      </p:sp>
      <p:sp>
        <p:nvSpPr>
          <p:cNvPr id="7" name="Slide Number Placeholder 6"/>
          <p:cNvSpPr>
            <a:spLocks noGrp="1"/>
          </p:cNvSpPr>
          <p:nvPr>
            <p:ph type="sldNum" sz="quarter" idx="5"/>
          </p:nvPr>
        </p:nvSpPr>
        <p:spPr/>
        <p:txBody>
          <a:bodyPr/>
          <a:lstStyle/>
          <a:p>
            <a:fld id="{05DD1DF0-DD4E-4B0C-B0FD-D16D9D2A9750}" type="slidenum">
              <a:rPr lang="en-US" smtClean="0"/>
              <a:pPr/>
              <a:t>18</a:t>
            </a:fld>
            <a:endParaRPr lang="en-US"/>
          </a:p>
        </p:txBody>
      </p:sp>
    </p:spTree>
    <p:extLst>
      <p:ext uri="{BB962C8B-B14F-4D97-AF65-F5344CB8AC3E}">
        <p14:creationId xmlns:p14="http://schemas.microsoft.com/office/powerpoint/2010/main" val="42604958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8313" y="1009650"/>
            <a:ext cx="4937125" cy="3086100"/>
          </a:xfrm>
        </p:spPr>
      </p:sp>
      <p:sp>
        <p:nvSpPr>
          <p:cNvPr id="3" name="Notes Placeholder 2"/>
          <p:cNvSpPr>
            <a:spLocks noGrp="1"/>
          </p:cNvSpPr>
          <p:nvPr>
            <p:ph type="body" idx="1"/>
          </p:nvPr>
        </p:nvSpPr>
        <p:spPr/>
        <p:txBody>
          <a:bodyPr/>
          <a:lstStyle/>
          <a:p>
            <a:r>
              <a:rPr lang="en-US" dirty="0" err="1"/>
              <a:t>Limitted</a:t>
            </a:r>
            <a:r>
              <a:rPr lang="en-US" dirty="0"/>
              <a:t> attention span : &gt; The LLM puts more attention to the </a:t>
            </a:r>
            <a:r>
              <a:rPr lang="en-US" dirty="0" err="1"/>
              <a:t>rescent</a:t>
            </a:r>
            <a:r>
              <a:rPr lang="en-US" dirty="0"/>
              <a:t> or last words more than middle part</a:t>
            </a:r>
          </a:p>
        </p:txBody>
      </p:sp>
      <p:sp>
        <p:nvSpPr>
          <p:cNvPr id="4" name="Header Placeholder 3"/>
          <p:cNvSpPr>
            <a:spLocks noGrp="1"/>
          </p:cNvSpPr>
          <p:nvPr>
            <p:ph type="hdr" sz="quarter"/>
          </p:nvPr>
        </p:nvSpPr>
        <p:spPr/>
        <p:txBody>
          <a:bodyPr/>
          <a:lstStyle/>
          <a:p>
            <a:r>
              <a:rPr lang="en-US"/>
              <a:t>Titel der Präsentation</a:t>
            </a:r>
          </a:p>
        </p:txBody>
      </p:sp>
      <p:sp>
        <p:nvSpPr>
          <p:cNvPr id="5" name="Date Placeholder 4"/>
          <p:cNvSpPr>
            <a:spLocks noGrp="1"/>
          </p:cNvSpPr>
          <p:nvPr>
            <p:ph type="dt" idx="1"/>
          </p:nvPr>
        </p:nvSpPr>
        <p:spPr/>
        <p:txBody>
          <a:bodyPr/>
          <a:lstStyle/>
          <a:p>
            <a:fld id="{EE95DCD8-576C-4B52-B75A-0B641B465708}" type="datetime1">
              <a:rPr lang="de-DE" smtClean="0"/>
              <a:t>23.02.2026</a:t>
            </a:fld>
            <a:endParaRPr lang="en-US"/>
          </a:p>
        </p:txBody>
      </p:sp>
      <p:sp>
        <p:nvSpPr>
          <p:cNvPr id="6" name="Footer Placeholder 5"/>
          <p:cNvSpPr>
            <a:spLocks noGrp="1"/>
          </p:cNvSpPr>
          <p:nvPr>
            <p:ph type="ftr" sz="quarter" idx="4"/>
          </p:nvPr>
        </p:nvSpPr>
        <p:spPr/>
        <p:txBody>
          <a:bodyPr/>
          <a:lstStyle/>
          <a:p>
            <a:r>
              <a:rPr lang="en-US"/>
              <a:t>Universität Stuttgart</a:t>
            </a:r>
            <a:endParaRPr lang="en-US" dirty="0"/>
          </a:p>
        </p:txBody>
      </p:sp>
      <p:sp>
        <p:nvSpPr>
          <p:cNvPr id="7" name="Slide Number Placeholder 6"/>
          <p:cNvSpPr>
            <a:spLocks noGrp="1"/>
          </p:cNvSpPr>
          <p:nvPr>
            <p:ph type="sldNum" sz="quarter" idx="5"/>
          </p:nvPr>
        </p:nvSpPr>
        <p:spPr/>
        <p:txBody>
          <a:bodyPr/>
          <a:lstStyle/>
          <a:p>
            <a:fld id="{05DD1DF0-DD4E-4B0C-B0FD-D16D9D2A9750}" type="slidenum">
              <a:rPr lang="en-US" smtClean="0"/>
              <a:pPr/>
              <a:t>20</a:t>
            </a:fld>
            <a:endParaRPr lang="en-US"/>
          </a:p>
        </p:txBody>
      </p:sp>
    </p:spTree>
    <p:extLst>
      <p:ext uri="{BB962C8B-B14F-4D97-AF65-F5344CB8AC3E}">
        <p14:creationId xmlns:p14="http://schemas.microsoft.com/office/powerpoint/2010/main" val="213790789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6800" y="344529"/>
            <a:ext cx="2136071" cy="431998"/>
          </a:xfrm>
          <a:prstGeom prst="rect">
            <a:avLst/>
          </a:prstGeom>
        </p:spPr>
      </p:pic>
      <p:sp>
        <p:nvSpPr>
          <p:cNvPr id="9" name="Bildplatzhalter 8"/>
          <p:cNvSpPr>
            <a:spLocks noGrp="1"/>
          </p:cNvSpPr>
          <p:nvPr>
            <p:ph type="pic" sz="quarter" idx="10"/>
          </p:nvPr>
        </p:nvSpPr>
        <p:spPr>
          <a:xfrm>
            <a:off x="0" y="1407600"/>
            <a:ext cx="9144000" cy="4309200"/>
          </a:xfrm>
          <a:solidFill>
            <a:schemeClr val="bg1">
              <a:lumMod val="85000"/>
            </a:schemeClr>
          </a:solidFill>
        </p:spPr>
        <p:txBody>
          <a:bodyPr lIns="72000"/>
          <a:lstStyle>
            <a:lvl1pPr marL="0" indent="0">
              <a:buNone/>
              <a:defRPr/>
            </a:lvl1pPr>
          </a:lstStyle>
          <a:p>
            <a:r>
              <a:rPr lang="de-DE"/>
              <a:t>Bild durch Klicken auf Symbol hinzufügen</a:t>
            </a:r>
            <a:endParaRPr lang="en-US" dirty="0"/>
          </a:p>
        </p:txBody>
      </p:sp>
      <p:sp>
        <p:nvSpPr>
          <p:cNvPr id="2" name="Title 1"/>
          <p:cNvSpPr>
            <a:spLocks noGrp="1" noChangeAspect="1"/>
          </p:cNvSpPr>
          <p:nvPr>
            <p:ph type="ctrTitle" hasCustomPrompt="1"/>
          </p:nvPr>
        </p:nvSpPr>
        <p:spPr>
          <a:xfrm>
            <a:off x="4578969" y="1004400"/>
            <a:ext cx="4320000" cy="4320000"/>
          </a:xfrm>
          <a:prstGeom prst="ellipse">
            <a:avLst/>
          </a:prstGeom>
          <a:solidFill>
            <a:schemeClr val="accent3"/>
          </a:solidFill>
        </p:spPr>
        <p:txBody>
          <a:bodyPr wrap="square" lIns="0" tIns="0" rIns="0" bIns="1260000" anchor="b" anchorCtr="0">
            <a:noAutofit/>
          </a:bodyPr>
          <a:lstStyle>
            <a:lvl1pPr marL="0" indent="0" algn="l">
              <a:lnSpc>
                <a:spcPct val="90000"/>
              </a:lnSpc>
              <a:defRPr sz="2800" b="1" baseline="0">
                <a:solidFill>
                  <a:schemeClr val="bg1"/>
                </a:solidFill>
              </a:defRPr>
            </a:lvl1pPr>
          </a:lstStyle>
          <a:p>
            <a:r>
              <a:rPr lang="de-DE" dirty="0"/>
              <a:t>Titel durch Klicken </a:t>
            </a:r>
            <a:br>
              <a:rPr lang="de-DE" dirty="0"/>
            </a:br>
            <a:r>
              <a:rPr lang="de-DE" dirty="0"/>
              <a:t>hinzufügen</a:t>
            </a:r>
          </a:p>
        </p:txBody>
      </p:sp>
      <p:sp>
        <p:nvSpPr>
          <p:cNvPr id="3" name="Subtitle 2"/>
          <p:cNvSpPr>
            <a:spLocks noGrp="1"/>
          </p:cNvSpPr>
          <p:nvPr>
            <p:ph type="subTitle" idx="1"/>
          </p:nvPr>
        </p:nvSpPr>
        <p:spPr>
          <a:xfrm>
            <a:off x="5210138" y="3621600"/>
            <a:ext cx="3240688" cy="428400"/>
          </a:xfrm>
        </p:spPr>
        <p:txBody>
          <a:bodyPr lIns="0" tIns="0" rIns="0" bIns="0">
            <a:normAutofit/>
          </a:bodyPr>
          <a:lstStyle>
            <a:lvl1pPr marL="0" indent="0" algn="l">
              <a:lnSpc>
                <a:spcPct val="100000"/>
              </a:lnSpc>
              <a:buNone/>
              <a:defRPr sz="12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Formatvorlage des Untertitelmasters durch Klicken bearbeiten</a:t>
            </a:r>
            <a:endParaRPr lang="de-DE" dirty="0"/>
          </a:p>
        </p:txBody>
      </p:sp>
      <p:sp>
        <p:nvSpPr>
          <p:cNvPr id="11" name="Textplatzhalter 10"/>
          <p:cNvSpPr>
            <a:spLocks noGrp="1"/>
          </p:cNvSpPr>
          <p:nvPr>
            <p:ph type="body" sz="quarter" idx="11" hasCustomPrompt="1"/>
          </p:nvPr>
        </p:nvSpPr>
        <p:spPr>
          <a:xfrm>
            <a:off x="7396488" y="4075200"/>
            <a:ext cx="1274400" cy="1274400"/>
          </a:xfrm>
          <a:prstGeom prst="ellipse">
            <a:avLst/>
          </a:prstGeom>
          <a:solidFill>
            <a:schemeClr val="bg1"/>
          </a:solidFill>
        </p:spPr>
        <p:txBody>
          <a:bodyPr wrap="none" lIns="0" tIns="0" rIns="0" bIns="0" anchor="ctr">
            <a:noAutofit/>
          </a:bodyPr>
          <a:lstStyle>
            <a:lvl1pPr marL="0" indent="0">
              <a:lnSpc>
                <a:spcPts val="1500"/>
              </a:lnSpc>
              <a:spcBef>
                <a:spcPts val="0"/>
              </a:spcBef>
              <a:buNone/>
              <a:defRPr sz="1200" b="1">
                <a:solidFill>
                  <a:schemeClr val="tx1"/>
                </a:solidFill>
              </a:defRPr>
            </a:lvl1pPr>
          </a:lstStyle>
          <a:p>
            <a:pPr lvl="0"/>
            <a:r>
              <a:rPr lang="de-DE" dirty="0"/>
              <a:t>Vorname </a:t>
            </a:r>
            <a:br>
              <a:rPr lang="de-DE" dirty="0"/>
            </a:br>
            <a:r>
              <a:rPr lang="de-DE" dirty="0"/>
              <a:t>Name</a:t>
            </a:r>
          </a:p>
        </p:txBody>
      </p:sp>
      <p:pic>
        <p:nvPicPr>
          <p:cNvPr id="5" name="Grafik 4"/>
          <p:cNvPicPr>
            <a:picLocks noChangeAspect="1"/>
          </p:cNvPicPr>
          <p:nvPr userDrawn="1"/>
        </p:nvPicPr>
        <p:blipFill rotWithShape="1">
          <a:blip r:embed="rId3">
            <a:extLst>
              <a:ext uri="{28A0092B-C50C-407E-A947-70E740481C1C}">
                <a14:useLocalDpi xmlns:a14="http://schemas.microsoft.com/office/drawing/2010/main" val="0"/>
              </a:ext>
            </a:extLst>
          </a:blip>
          <a:srcRect l="23763" t="1" b="-1"/>
          <a:stretch/>
        </p:blipFill>
        <p:spPr>
          <a:xfrm>
            <a:off x="914400" y="656409"/>
            <a:ext cx="1628471" cy="168351"/>
          </a:xfrm>
          <a:prstGeom prst="rect">
            <a:avLst/>
          </a:prstGeom>
        </p:spPr>
      </p:pic>
    </p:spTree>
    <p:extLst>
      <p:ext uri="{BB962C8B-B14F-4D97-AF65-F5344CB8AC3E}">
        <p14:creationId xmlns:p14="http://schemas.microsoft.com/office/powerpoint/2010/main" val="3746232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Institute">
    <p:spTree>
      <p:nvGrpSpPr>
        <p:cNvPr id="1" name=""/>
        <p:cNvGrpSpPr/>
        <p:nvPr/>
      </p:nvGrpSpPr>
      <p:grpSpPr>
        <a:xfrm>
          <a:off x="0" y="0"/>
          <a:ext cx="0" cy="0"/>
          <a:chOff x="0" y="0"/>
          <a:chExt cx="0" cy="0"/>
        </a:xfrm>
      </p:grpSpPr>
      <p:sp>
        <p:nvSpPr>
          <p:cNvPr id="11" name="Bildplatzhalter 8"/>
          <p:cNvSpPr>
            <a:spLocks noGrp="1"/>
          </p:cNvSpPr>
          <p:nvPr>
            <p:ph type="pic" sz="quarter" idx="10"/>
          </p:nvPr>
        </p:nvSpPr>
        <p:spPr>
          <a:xfrm>
            <a:off x="0" y="1407600"/>
            <a:ext cx="9144000" cy="4309200"/>
          </a:xfrm>
          <a:solidFill>
            <a:schemeClr val="bg1">
              <a:lumMod val="85000"/>
            </a:schemeClr>
          </a:solidFill>
        </p:spPr>
        <p:txBody>
          <a:bodyPr lIns="72000"/>
          <a:lstStyle>
            <a:lvl1pPr marL="0" indent="0">
              <a:buNone/>
              <a:defRPr/>
            </a:lvl1pPr>
          </a:lstStyle>
          <a:p>
            <a:r>
              <a:rPr lang="de-DE"/>
              <a:t>Bild durch Klicken auf Symbol hinzufügen</a:t>
            </a:r>
            <a:endParaRPr lang="en-US" dirty="0"/>
          </a:p>
        </p:txBody>
      </p:sp>
      <p:sp>
        <p:nvSpPr>
          <p:cNvPr id="12" name="Title 1"/>
          <p:cNvSpPr>
            <a:spLocks noGrp="1" noChangeAspect="1"/>
          </p:cNvSpPr>
          <p:nvPr>
            <p:ph type="ctrTitle" hasCustomPrompt="1"/>
          </p:nvPr>
        </p:nvSpPr>
        <p:spPr>
          <a:xfrm>
            <a:off x="4578969" y="1004400"/>
            <a:ext cx="4320000" cy="4320000"/>
          </a:xfrm>
          <a:prstGeom prst="ellipse">
            <a:avLst/>
          </a:prstGeom>
          <a:solidFill>
            <a:schemeClr val="accent1"/>
          </a:solidFill>
        </p:spPr>
        <p:txBody>
          <a:bodyPr wrap="square" lIns="0" tIns="0" rIns="0" bIns="1260000" anchor="b" anchorCtr="0">
            <a:noAutofit/>
          </a:bodyPr>
          <a:lstStyle>
            <a:lvl1pPr marL="0" indent="0" algn="l">
              <a:lnSpc>
                <a:spcPct val="90000"/>
              </a:lnSpc>
              <a:defRPr sz="2800" b="1" baseline="0">
                <a:solidFill>
                  <a:schemeClr val="bg1"/>
                </a:solidFill>
              </a:defRPr>
            </a:lvl1pPr>
          </a:lstStyle>
          <a:p>
            <a:r>
              <a:rPr lang="de-DE" dirty="0"/>
              <a:t>Titel durch Klicken </a:t>
            </a:r>
            <a:br>
              <a:rPr lang="de-DE" dirty="0"/>
            </a:br>
            <a:r>
              <a:rPr lang="de-DE" dirty="0"/>
              <a:t>hinzufügen</a:t>
            </a:r>
          </a:p>
        </p:txBody>
      </p:sp>
      <p:sp>
        <p:nvSpPr>
          <p:cNvPr id="5" name="Bildplatzhalter 4"/>
          <p:cNvSpPr>
            <a:spLocks noGrp="1" noChangeAspect="1"/>
          </p:cNvSpPr>
          <p:nvPr>
            <p:ph type="pic" sz="quarter" idx="14" hasCustomPrompt="1"/>
          </p:nvPr>
        </p:nvSpPr>
        <p:spPr>
          <a:xfrm>
            <a:off x="7396488" y="4075200"/>
            <a:ext cx="1274400" cy="1274400"/>
          </a:xfrm>
          <a:prstGeom prst="ellipse">
            <a:avLst/>
          </a:prstGeom>
          <a:solidFill>
            <a:schemeClr val="bg1"/>
          </a:solidFill>
        </p:spPr>
        <p:txBody>
          <a:bodyPr/>
          <a:lstStyle>
            <a:lvl1pPr marL="0" indent="0">
              <a:buFontTx/>
              <a:buNone/>
              <a:defRPr sz="900"/>
            </a:lvl1pPr>
          </a:lstStyle>
          <a:p>
            <a:r>
              <a:rPr lang="de-DE" dirty="0" err="1"/>
              <a:t>Sublogo</a:t>
            </a:r>
            <a:r>
              <a:rPr lang="de-DE" dirty="0"/>
              <a:t> einfügen</a:t>
            </a:r>
          </a:p>
        </p:txBody>
      </p:sp>
      <p:pic>
        <p:nvPicPr>
          <p:cNvPr id="8" name="Grafik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6800" y="344529"/>
            <a:ext cx="2136071" cy="431998"/>
          </a:xfrm>
          <a:prstGeom prst="rect">
            <a:avLst/>
          </a:prstGeom>
        </p:spPr>
      </p:pic>
      <p:sp>
        <p:nvSpPr>
          <p:cNvPr id="10" name="Textplatzhalter 9"/>
          <p:cNvSpPr>
            <a:spLocks noGrp="1"/>
          </p:cNvSpPr>
          <p:nvPr>
            <p:ph type="body" sz="quarter" idx="13" hasCustomPrompt="1"/>
          </p:nvPr>
        </p:nvSpPr>
        <p:spPr>
          <a:xfrm>
            <a:off x="954000" y="649575"/>
            <a:ext cx="3561913" cy="483423"/>
          </a:xfrm>
        </p:spPr>
        <p:txBody>
          <a:bodyPr/>
          <a:lstStyle>
            <a:lvl1pPr marL="0" indent="0">
              <a:lnSpc>
                <a:spcPct val="100000"/>
              </a:lnSpc>
              <a:buFontTx/>
              <a:buNone/>
              <a:defRPr sz="1200"/>
            </a:lvl1pPr>
          </a:lstStyle>
          <a:p>
            <a:pPr lvl="0"/>
            <a:r>
              <a:rPr lang="de-DE"/>
              <a:t>Institutsname max. 2-zeilig, bitte hier klicken und überschreiben</a:t>
            </a:r>
            <a:endParaRPr lang="de-DE" dirty="0"/>
          </a:p>
        </p:txBody>
      </p:sp>
      <p:sp>
        <p:nvSpPr>
          <p:cNvPr id="13" name="Subtitle 2"/>
          <p:cNvSpPr>
            <a:spLocks noGrp="1"/>
          </p:cNvSpPr>
          <p:nvPr>
            <p:ph type="subTitle" idx="1"/>
          </p:nvPr>
        </p:nvSpPr>
        <p:spPr>
          <a:xfrm>
            <a:off x="5210138" y="3621600"/>
            <a:ext cx="3240688" cy="428400"/>
          </a:xfrm>
        </p:spPr>
        <p:txBody>
          <a:bodyPr lIns="0" tIns="0" rIns="0" bIns="0">
            <a:normAutofit/>
          </a:bodyPr>
          <a:lstStyle>
            <a:lvl1pPr marL="0" indent="0" algn="l">
              <a:lnSpc>
                <a:spcPct val="100000"/>
              </a:lnSpc>
              <a:buNone/>
              <a:defRPr sz="12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Formatvorlage des Untertitelmasters durch Klicken bearbeiten</a:t>
            </a:r>
            <a:endParaRPr lang="de-DE" dirty="0"/>
          </a:p>
        </p:txBody>
      </p:sp>
    </p:spTree>
    <p:extLst>
      <p:ext uri="{BB962C8B-B14F-4D97-AF65-F5344CB8AC3E}">
        <p14:creationId xmlns:p14="http://schemas.microsoft.com/office/powerpoint/2010/main" val="758425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 Institute 2">
    <p:spTree>
      <p:nvGrpSpPr>
        <p:cNvPr id="1" name=""/>
        <p:cNvGrpSpPr/>
        <p:nvPr/>
      </p:nvGrpSpPr>
      <p:grpSpPr>
        <a:xfrm>
          <a:off x="0" y="0"/>
          <a:ext cx="0" cy="0"/>
          <a:chOff x="0" y="0"/>
          <a:chExt cx="0" cy="0"/>
        </a:xfrm>
      </p:grpSpPr>
      <p:pic>
        <p:nvPicPr>
          <p:cNvPr id="8" name="Grafik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6800" y="344529"/>
            <a:ext cx="2136071" cy="431998"/>
          </a:xfrm>
          <a:prstGeom prst="rect">
            <a:avLst/>
          </a:prstGeom>
        </p:spPr>
      </p:pic>
      <p:sp>
        <p:nvSpPr>
          <p:cNvPr id="7" name="Bildplatzhalter 6"/>
          <p:cNvSpPr>
            <a:spLocks noGrp="1"/>
          </p:cNvSpPr>
          <p:nvPr>
            <p:ph type="pic" sz="quarter" idx="14" hasCustomPrompt="1"/>
          </p:nvPr>
        </p:nvSpPr>
        <p:spPr>
          <a:xfrm>
            <a:off x="7253288" y="5256213"/>
            <a:ext cx="1422400" cy="304800"/>
          </a:xfrm>
        </p:spPr>
        <p:txBody>
          <a:bodyPr/>
          <a:lstStyle>
            <a:lvl1pPr marL="0" indent="0">
              <a:buFontTx/>
              <a:buNone/>
              <a:defRPr sz="1100" baseline="0"/>
            </a:lvl1pPr>
          </a:lstStyle>
          <a:p>
            <a:r>
              <a:rPr lang="de-DE" dirty="0" err="1"/>
              <a:t>Sublogo</a:t>
            </a:r>
            <a:r>
              <a:rPr lang="de-DE" dirty="0"/>
              <a:t> einfügen</a:t>
            </a:r>
          </a:p>
        </p:txBody>
      </p:sp>
      <p:sp>
        <p:nvSpPr>
          <p:cNvPr id="9" name="Bildplatzhalter 8"/>
          <p:cNvSpPr>
            <a:spLocks noGrp="1"/>
          </p:cNvSpPr>
          <p:nvPr>
            <p:ph type="pic" sz="quarter" idx="10"/>
          </p:nvPr>
        </p:nvSpPr>
        <p:spPr>
          <a:xfrm>
            <a:off x="0" y="1407600"/>
            <a:ext cx="9144000" cy="3672000"/>
          </a:xfrm>
          <a:solidFill>
            <a:schemeClr val="bg1">
              <a:lumMod val="85000"/>
            </a:schemeClr>
          </a:solidFill>
        </p:spPr>
        <p:txBody>
          <a:bodyPr lIns="72000"/>
          <a:lstStyle>
            <a:lvl1pPr marL="0" indent="0">
              <a:buNone/>
              <a:defRPr/>
            </a:lvl1pPr>
          </a:lstStyle>
          <a:p>
            <a:r>
              <a:rPr lang="de-DE"/>
              <a:t>Bild durch Klicken auf Symbol hinzufügen</a:t>
            </a:r>
            <a:endParaRPr lang="en-US" dirty="0"/>
          </a:p>
        </p:txBody>
      </p:sp>
      <p:sp>
        <p:nvSpPr>
          <p:cNvPr id="10" name="Textplatzhalter 9"/>
          <p:cNvSpPr>
            <a:spLocks noGrp="1"/>
          </p:cNvSpPr>
          <p:nvPr>
            <p:ph type="body" sz="quarter" idx="13" hasCustomPrompt="1"/>
          </p:nvPr>
        </p:nvSpPr>
        <p:spPr>
          <a:xfrm>
            <a:off x="954000" y="649575"/>
            <a:ext cx="3561913" cy="483423"/>
          </a:xfrm>
        </p:spPr>
        <p:txBody>
          <a:bodyPr/>
          <a:lstStyle>
            <a:lvl1pPr marL="0" indent="0">
              <a:lnSpc>
                <a:spcPct val="100000"/>
              </a:lnSpc>
              <a:buFontTx/>
              <a:buNone/>
              <a:defRPr sz="1200"/>
            </a:lvl1pPr>
          </a:lstStyle>
          <a:p>
            <a:pPr lvl="0"/>
            <a:r>
              <a:rPr lang="de-DE"/>
              <a:t>Institutsname max. 2-zeilig, bitte hier klicken und überschreiben</a:t>
            </a:r>
            <a:endParaRPr lang="de-DE" dirty="0"/>
          </a:p>
        </p:txBody>
      </p:sp>
      <p:sp>
        <p:nvSpPr>
          <p:cNvPr id="2" name="Title 1"/>
          <p:cNvSpPr>
            <a:spLocks noGrp="1" noChangeAspect="1"/>
          </p:cNvSpPr>
          <p:nvPr>
            <p:ph type="ctrTitle" hasCustomPrompt="1"/>
          </p:nvPr>
        </p:nvSpPr>
        <p:spPr>
          <a:xfrm>
            <a:off x="4970585" y="1004399"/>
            <a:ext cx="3911553" cy="3911553"/>
          </a:xfrm>
          <a:prstGeom prst="ellipse">
            <a:avLst/>
          </a:prstGeom>
          <a:solidFill>
            <a:schemeClr val="accent1"/>
          </a:solidFill>
        </p:spPr>
        <p:txBody>
          <a:bodyPr wrap="none" lIns="0" tIns="0" rIns="0" bIns="1260000" anchor="b" anchorCtr="0">
            <a:noAutofit/>
          </a:bodyPr>
          <a:lstStyle>
            <a:lvl1pPr marL="0" indent="0" algn="l">
              <a:lnSpc>
                <a:spcPct val="90000"/>
              </a:lnSpc>
              <a:defRPr sz="2700" b="1" baseline="0">
                <a:solidFill>
                  <a:schemeClr val="bg1"/>
                </a:solidFill>
              </a:defRPr>
            </a:lvl1pPr>
          </a:lstStyle>
          <a:p>
            <a:r>
              <a:rPr lang="de-DE" dirty="0"/>
              <a:t>Titel durch Klicken </a:t>
            </a:r>
            <a:br>
              <a:rPr lang="de-DE" dirty="0"/>
            </a:br>
            <a:r>
              <a:rPr lang="de-DE" dirty="0"/>
              <a:t>hinzufügen</a:t>
            </a:r>
          </a:p>
        </p:txBody>
      </p:sp>
      <p:sp>
        <p:nvSpPr>
          <p:cNvPr id="3" name="Subtitle 2"/>
          <p:cNvSpPr>
            <a:spLocks noGrp="1"/>
          </p:cNvSpPr>
          <p:nvPr>
            <p:ph type="subTitle" idx="1"/>
          </p:nvPr>
        </p:nvSpPr>
        <p:spPr>
          <a:xfrm>
            <a:off x="5560887" y="3248562"/>
            <a:ext cx="2898507" cy="428400"/>
          </a:xfrm>
        </p:spPr>
        <p:txBody>
          <a:bodyPr lIns="0" tIns="0" rIns="0" bIns="0">
            <a:normAutofit/>
          </a:bodyPr>
          <a:lstStyle>
            <a:lvl1pPr marL="0" indent="0" algn="l">
              <a:lnSpc>
                <a:spcPct val="100000"/>
              </a:lnSpc>
              <a:buNone/>
              <a:defRPr sz="12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Formatvorlage des Untertitelmasters durch Klicken bearbeiten</a:t>
            </a:r>
            <a:endParaRPr lang="de-DE" dirty="0"/>
          </a:p>
        </p:txBody>
      </p:sp>
    </p:spTree>
    <p:extLst>
      <p:ext uri="{BB962C8B-B14F-4D97-AF65-F5344CB8AC3E}">
        <p14:creationId xmlns:p14="http://schemas.microsoft.com/office/powerpoint/2010/main" val="1329766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4" name="Date Placeholder 3"/>
          <p:cNvSpPr>
            <a:spLocks noGrp="1"/>
          </p:cNvSpPr>
          <p:nvPr>
            <p:ph type="dt" sz="half" idx="10"/>
          </p:nvPr>
        </p:nvSpPr>
        <p:spPr/>
        <p:txBody>
          <a:bodyPr/>
          <a:lstStyle/>
          <a:p>
            <a:fld id="{5A2614FD-D6D8-4832-9998-0326862FDF13}" type="datetime1">
              <a:rPr lang="de-DE" smtClean="0"/>
              <a:t>23.02.2026</a:t>
            </a:fld>
            <a:endParaRPr lang="de-DE" dirty="0"/>
          </a:p>
        </p:txBody>
      </p:sp>
      <p:sp>
        <p:nvSpPr>
          <p:cNvPr id="5" name="Footer Placeholder 4"/>
          <p:cNvSpPr>
            <a:spLocks noGrp="1"/>
          </p:cNvSpPr>
          <p:nvPr>
            <p:ph type="ftr" sz="quarter" idx="11"/>
          </p:nvPr>
        </p:nvSpPr>
        <p:spPr/>
        <p:txBody>
          <a:bodyPr/>
          <a:lstStyle/>
          <a:p>
            <a:r>
              <a:rPr lang="de-DE" dirty="0"/>
              <a:t>University </a:t>
            </a:r>
            <a:r>
              <a:rPr lang="de-DE" dirty="0" err="1"/>
              <a:t>of</a:t>
            </a:r>
            <a:r>
              <a:rPr lang="de-DE" dirty="0"/>
              <a:t> Stuttgart, IAS</a:t>
            </a:r>
          </a:p>
        </p:txBody>
      </p:sp>
      <p:sp>
        <p:nvSpPr>
          <p:cNvPr id="6" name="Slide Number Placeholder 5"/>
          <p:cNvSpPr>
            <a:spLocks noGrp="1"/>
          </p:cNvSpPr>
          <p:nvPr>
            <p:ph type="sldNum" sz="quarter" idx="12"/>
          </p:nvPr>
        </p:nvSpPr>
        <p:spPr/>
        <p:txBody>
          <a:bodyPr/>
          <a:lstStyle/>
          <a:p>
            <a:fld id="{9E82CC3C-1DC0-4FDA-9590-6CC506AB67F8}" type="slidenum">
              <a:rPr lang="de-DE" smtClean="0"/>
              <a:t>‹#›</a:t>
            </a:fld>
            <a:endParaRPr lang="de-DE" dirty="0"/>
          </a:p>
        </p:txBody>
      </p:sp>
      <p:sp>
        <p:nvSpPr>
          <p:cNvPr id="8" name="Textplatzhalter 7"/>
          <p:cNvSpPr>
            <a:spLocks noGrp="1"/>
          </p:cNvSpPr>
          <p:nvPr>
            <p:ph type="body" sz="quarter" idx="13" hasCustomPrompt="1"/>
          </p:nvPr>
        </p:nvSpPr>
        <p:spPr>
          <a:xfrm>
            <a:off x="468000" y="716400"/>
            <a:ext cx="8208000" cy="276225"/>
          </a:xfrm>
        </p:spPr>
        <p:txBody>
          <a:bodyPr lIns="0" tIns="0" rIns="0" bIns="0"/>
          <a:lstStyle>
            <a:lvl1pPr marL="0" indent="0">
              <a:buNone/>
              <a:defRPr sz="1800" baseline="0"/>
            </a:lvl1pPr>
          </a:lstStyle>
          <a:p>
            <a:pPr lvl="0"/>
            <a:r>
              <a:rPr lang="de-DE" dirty="0"/>
              <a:t>Untertitel durch Klicken bearbeiten</a:t>
            </a:r>
          </a:p>
        </p:txBody>
      </p:sp>
      <p:sp>
        <p:nvSpPr>
          <p:cNvPr id="9" name="Titel 8"/>
          <p:cNvSpPr>
            <a:spLocks noGrp="1"/>
          </p:cNvSpPr>
          <p:nvPr>
            <p:ph type="title"/>
          </p:nvPr>
        </p:nvSpPr>
        <p:spPr/>
        <p:txBody>
          <a:bodyPr/>
          <a:lstStyle/>
          <a:p>
            <a:r>
              <a:rPr lang="de-DE"/>
              <a:t>Titelmasterformat durch Klicken bearbeiten</a:t>
            </a:r>
            <a:endParaRPr lang="de-DE" dirty="0"/>
          </a:p>
        </p:txBody>
      </p:sp>
    </p:spTree>
    <p:extLst>
      <p:ext uri="{BB962C8B-B14F-4D97-AF65-F5344CB8AC3E}">
        <p14:creationId xmlns:p14="http://schemas.microsoft.com/office/powerpoint/2010/main" val="1281450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Kapitel">
    <p:spTree>
      <p:nvGrpSpPr>
        <p:cNvPr id="1" name=""/>
        <p:cNvGrpSpPr/>
        <p:nvPr/>
      </p:nvGrpSpPr>
      <p:grpSpPr>
        <a:xfrm>
          <a:off x="0" y="0"/>
          <a:ext cx="0" cy="0"/>
          <a:chOff x="0" y="0"/>
          <a:chExt cx="0" cy="0"/>
        </a:xfrm>
      </p:grpSpPr>
      <p:sp>
        <p:nvSpPr>
          <p:cNvPr id="7" name="bk object 16"/>
          <p:cNvSpPr/>
          <p:nvPr userDrawn="1"/>
        </p:nvSpPr>
        <p:spPr>
          <a:xfrm>
            <a:off x="0" y="0"/>
            <a:ext cx="9144000" cy="5715000"/>
          </a:xfrm>
          <a:prstGeom prst="rect">
            <a:avLst/>
          </a:prstGeom>
          <a:blipFill>
            <a:blip r:embed="rId2" cstate="print"/>
            <a:stretch>
              <a:fillRect/>
            </a:stretch>
          </a:blipFill>
        </p:spPr>
        <p:txBody>
          <a:bodyPr wrap="square" lIns="0" tIns="0" rIns="0" bIns="0" rtlCol="0"/>
          <a:lstStyle/>
          <a:p>
            <a:endParaRPr lang="de-DE" dirty="0"/>
          </a:p>
        </p:txBody>
      </p:sp>
      <p:sp>
        <p:nvSpPr>
          <p:cNvPr id="8" name="bk object 17"/>
          <p:cNvSpPr/>
          <p:nvPr userDrawn="1"/>
        </p:nvSpPr>
        <p:spPr>
          <a:xfrm>
            <a:off x="1279949" y="0"/>
            <a:ext cx="6544309" cy="3926204"/>
          </a:xfrm>
          <a:custGeom>
            <a:avLst/>
            <a:gdLst/>
            <a:ahLst/>
            <a:cxnLst/>
            <a:rect l="l" t="t" r="r" b="b"/>
            <a:pathLst>
              <a:path w="6544309" h="3926204">
                <a:moveTo>
                  <a:pt x="68016" y="0"/>
                </a:moveTo>
                <a:lnTo>
                  <a:pt x="42823" y="123182"/>
                </a:lnTo>
                <a:lnTo>
                  <a:pt x="10846" y="385553"/>
                </a:lnTo>
                <a:lnTo>
                  <a:pt x="0" y="653897"/>
                </a:lnTo>
                <a:lnTo>
                  <a:pt x="10846" y="922242"/>
                </a:lnTo>
                <a:lnTo>
                  <a:pt x="42823" y="1184612"/>
                </a:lnTo>
                <a:lnTo>
                  <a:pt x="95089" y="1440166"/>
                </a:lnTo>
                <a:lnTo>
                  <a:pt x="166802" y="1688062"/>
                </a:lnTo>
                <a:lnTo>
                  <a:pt x="257120" y="1927457"/>
                </a:lnTo>
                <a:lnTo>
                  <a:pt x="365200" y="2157510"/>
                </a:lnTo>
                <a:lnTo>
                  <a:pt x="490201" y="2377378"/>
                </a:lnTo>
                <a:lnTo>
                  <a:pt x="631281" y="2586220"/>
                </a:lnTo>
                <a:lnTo>
                  <a:pt x="787597" y="2783193"/>
                </a:lnTo>
                <a:lnTo>
                  <a:pt x="958308" y="2967456"/>
                </a:lnTo>
                <a:lnTo>
                  <a:pt x="1142571" y="3138167"/>
                </a:lnTo>
                <a:lnTo>
                  <a:pt x="1339545" y="3294482"/>
                </a:lnTo>
                <a:lnTo>
                  <a:pt x="1548387" y="3435561"/>
                </a:lnTo>
                <a:lnTo>
                  <a:pt x="1768256" y="3560562"/>
                </a:lnTo>
                <a:lnTo>
                  <a:pt x="1998308" y="3668642"/>
                </a:lnTo>
                <a:lnTo>
                  <a:pt x="2237703" y="3758959"/>
                </a:lnTo>
                <a:lnTo>
                  <a:pt x="2485598" y="3830671"/>
                </a:lnTo>
                <a:lnTo>
                  <a:pt x="2741151" y="3882937"/>
                </a:lnTo>
                <a:lnTo>
                  <a:pt x="3003520" y="3914914"/>
                </a:lnTo>
                <a:lnTo>
                  <a:pt x="3271862" y="3925760"/>
                </a:lnTo>
                <a:lnTo>
                  <a:pt x="3540207" y="3914914"/>
                </a:lnTo>
                <a:lnTo>
                  <a:pt x="3802577" y="3882937"/>
                </a:lnTo>
                <a:lnTo>
                  <a:pt x="4058131" y="3830671"/>
                </a:lnTo>
                <a:lnTo>
                  <a:pt x="4306027" y="3758959"/>
                </a:lnTo>
                <a:lnTo>
                  <a:pt x="4545422" y="3668642"/>
                </a:lnTo>
                <a:lnTo>
                  <a:pt x="4775475" y="3560562"/>
                </a:lnTo>
                <a:lnTo>
                  <a:pt x="4995343" y="3435561"/>
                </a:lnTo>
                <a:lnTo>
                  <a:pt x="5204185" y="3294482"/>
                </a:lnTo>
                <a:lnTo>
                  <a:pt x="5401159" y="3138167"/>
                </a:lnTo>
                <a:lnTo>
                  <a:pt x="5585421" y="2967456"/>
                </a:lnTo>
                <a:lnTo>
                  <a:pt x="5756132" y="2783193"/>
                </a:lnTo>
                <a:lnTo>
                  <a:pt x="5912448" y="2586220"/>
                </a:lnTo>
                <a:lnTo>
                  <a:pt x="6053527" y="2377378"/>
                </a:lnTo>
                <a:lnTo>
                  <a:pt x="6178527" y="2157510"/>
                </a:lnTo>
                <a:lnTo>
                  <a:pt x="6286607" y="1927457"/>
                </a:lnTo>
                <a:lnTo>
                  <a:pt x="6376924" y="1688062"/>
                </a:lnTo>
                <a:lnTo>
                  <a:pt x="6448637" y="1440166"/>
                </a:lnTo>
                <a:lnTo>
                  <a:pt x="6500902" y="1184612"/>
                </a:lnTo>
                <a:lnTo>
                  <a:pt x="6532879" y="922242"/>
                </a:lnTo>
                <a:lnTo>
                  <a:pt x="6543725" y="653897"/>
                </a:lnTo>
                <a:lnTo>
                  <a:pt x="6532879" y="385553"/>
                </a:lnTo>
                <a:lnTo>
                  <a:pt x="6500902" y="123182"/>
                </a:lnTo>
                <a:lnTo>
                  <a:pt x="6475709" y="0"/>
                </a:lnTo>
                <a:lnTo>
                  <a:pt x="68016" y="0"/>
                </a:lnTo>
              </a:path>
            </a:pathLst>
          </a:custGeom>
          <a:solidFill>
            <a:srgbClr val="FFFFFF"/>
          </a:solidFill>
        </p:spPr>
        <p:txBody>
          <a:bodyPr wrap="square" lIns="0" tIns="0" rIns="0" bIns="0" rtlCol="0"/>
          <a:lstStyle/>
          <a:p>
            <a:endParaRPr lang="de-DE" dirty="0"/>
          </a:p>
        </p:txBody>
      </p:sp>
      <p:sp>
        <p:nvSpPr>
          <p:cNvPr id="2" name="Title 1"/>
          <p:cNvSpPr>
            <a:spLocks noGrp="1"/>
          </p:cNvSpPr>
          <p:nvPr>
            <p:ph type="title"/>
          </p:nvPr>
        </p:nvSpPr>
        <p:spPr>
          <a:xfrm>
            <a:off x="2422800" y="900000"/>
            <a:ext cx="4118110" cy="1360800"/>
          </a:xfrm>
        </p:spPr>
        <p:txBody>
          <a:bodyPr anchor="t" anchorCtr="0"/>
          <a:lstStyle>
            <a:lvl1pPr>
              <a:defRPr sz="3200"/>
            </a:lvl1pPr>
          </a:lstStyle>
          <a:p>
            <a:r>
              <a:rPr lang="de-DE"/>
              <a:t>Titelmasterformat durch Klicken bearbeiten</a:t>
            </a:r>
            <a:endParaRPr lang="de-DE" dirty="0"/>
          </a:p>
        </p:txBody>
      </p:sp>
      <p:sp>
        <p:nvSpPr>
          <p:cNvPr id="3" name="Text Placeholder 2"/>
          <p:cNvSpPr>
            <a:spLocks noGrp="1"/>
          </p:cNvSpPr>
          <p:nvPr>
            <p:ph type="body" idx="1" hasCustomPrompt="1"/>
          </p:nvPr>
        </p:nvSpPr>
        <p:spPr>
          <a:xfrm>
            <a:off x="2422800" y="629826"/>
            <a:ext cx="4118110" cy="221599"/>
          </a:xfrm>
        </p:spPr>
        <p:txBody>
          <a:bodyPr>
            <a:noAutofit/>
          </a:bodyPr>
          <a:lstStyle>
            <a:lvl1pPr marL="0" indent="0">
              <a:buNone/>
              <a:defRPr sz="1200" baseline="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dirty="0"/>
              <a:t>Kapitel</a:t>
            </a:r>
          </a:p>
        </p:txBody>
      </p:sp>
    </p:spTree>
    <p:extLst>
      <p:ext uri="{BB962C8B-B14F-4D97-AF65-F5344CB8AC3E}">
        <p14:creationId xmlns:p14="http://schemas.microsoft.com/office/powerpoint/2010/main" val="2710761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Unterkapitel">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22799" y="2250000"/>
            <a:ext cx="5526581" cy="900000"/>
          </a:xfrm>
        </p:spPr>
        <p:txBody>
          <a:bodyPr anchor="t" anchorCtr="0"/>
          <a:lstStyle>
            <a:lvl1pPr>
              <a:defRPr sz="3200">
                <a:solidFill>
                  <a:schemeClr val="bg1"/>
                </a:solidFill>
              </a:defRPr>
            </a:lvl1pPr>
          </a:lstStyle>
          <a:p>
            <a:r>
              <a:rPr lang="de-DE"/>
              <a:t>Titelmasterformat durch Klicken bearbeiten</a:t>
            </a:r>
            <a:endParaRPr lang="de-DE" dirty="0"/>
          </a:p>
        </p:txBody>
      </p:sp>
      <p:sp>
        <p:nvSpPr>
          <p:cNvPr id="3" name="Text Placeholder 2"/>
          <p:cNvSpPr>
            <a:spLocks noGrp="1"/>
          </p:cNvSpPr>
          <p:nvPr>
            <p:ph type="body" idx="1" hasCustomPrompt="1"/>
          </p:nvPr>
        </p:nvSpPr>
        <p:spPr>
          <a:xfrm>
            <a:off x="2422800" y="1944000"/>
            <a:ext cx="3026729" cy="221599"/>
          </a:xfrm>
        </p:spPr>
        <p:txBody>
          <a:bodyPr>
            <a:noAutofit/>
          </a:bodyPr>
          <a:lstStyle>
            <a:lvl1pPr marL="0" indent="0">
              <a:buNone/>
              <a:defRPr sz="1200" baseline="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dirty="0"/>
              <a:t>Unterkapitel</a:t>
            </a:r>
          </a:p>
        </p:txBody>
      </p:sp>
    </p:spTree>
    <p:extLst>
      <p:ext uri="{BB962C8B-B14F-4D97-AF65-F5344CB8AC3E}">
        <p14:creationId xmlns:p14="http://schemas.microsoft.com/office/powerpoint/2010/main" val="3178261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Zitat Layou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3C8CBB-273B-4D18-98B6-0F23409BD1A4}" type="datetime1">
              <a:rPr lang="de-DE" smtClean="0"/>
              <a:t>23.02.2026</a:t>
            </a:fld>
            <a:endParaRPr lang="de-DE" dirty="0"/>
          </a:p>
        </p:txBody>
      </p:sp>
      <p:sp>
        <p:nvSpPr>
          <p:cNvPr id="3" name="Footer Placeholder 2"/>
          <p:cNvSpPr>
            <a:spLocks noGrp="1"/>
          </p:cNvSpPr>
          <p:nvPr>
            <p:ph type="ftr" sz="quarter" idx="11"/>
          </p:nvPr>
        </p:nvSpPr>
        <p:spPr/>
        <p:txBody>
          <a:bodyPr/>
          <a:lstStyle/>
          <a:p>
            <a:r>
              <a:rPr lang="de-DE"/>
              <a:t>University of Stuttgart, IAS</a:t>
            </a:r>
            <a:endParaRPr lang="de-DE" dirty="0"/>
          </a:p>
        </p:txBody>
      </p:sp>
      <p:sp>
        <p:nvSpPr>
          <p:cNvPr id="4" name="Slide Number Placeholder 3"/>
          <p:cNvSpPr>
            <a:spLocks noGrp="1"/>
          </p:cNvSpPr>
          <p:nvPr>
            <p:ph type="sldNum" sz="quarter" idx="12"/>
          </p:nvPr>
        </p:nvSpPr>
        <p:spPr/>
        <p:txBody>
          <a:bodyPr/>
          <a:lstStyle/>
          <a:p>
            <a:fld id="{9E82CC3C-1DC0-4FDA-9590-6CC506AB67F8}" type="slidenum">
              <a:rPr lang="de-DE" smtClean="0"/>
              <a:t>‹#›</a:t>
            </a:fld>
            <a:endParaRPr lang="de-DE" dirty="0"/>
          </a:p>
        </p:txBody>
      </p:sp>
      <p:sp>
        <p:nvSpPr>
          <p:cNvPr id="5" name="object 2"/>
          <p:cNvSpPr/>
          <p:nvPr userDrawn="1"/>
        </p:nvSpPr>
        <p:spPr>
          <a:xfrm>
            <a:off x="410148" y="-91410"/>
            <a:ext cx="7198359" cy="4796155"/>
          </a:xfrm>
          <a:custGeom>
            <a:avLst/>
            <a:gdLst/>
            <a:ahLst/>
            <a:cxnLst/>
            <a:rect l="l" t="t" r="r" b="b"/>
            <a:pathLst>
              <a:path w="7198359" h="4796155">
                <a:moveTo>
                  <a:pt x="6992384" y="0"/>
                </a:moveTo>
                <a:lnTo>
                  <a:pt x="205721" y="0"/>
                </a:lnTo>
                <a:lnTo>
                  <a:pt x="183482" y="58947"/>
                </a:lnTo>
                <a:lnTo>
                  <a:pt x="104598" y="331632"/>
                </a:lnTo>
                <a:lnTo>
                  <a:pt x="47105" y="612741"/>
                </a:lnTo>
                <a:lnTo>
                  <a:pt x="11930" y="901348"/>
                </a:lnTo>
                <a:lnTo>
                  <a:pt x="0" y="1196526"/>
                </a:lnTo>
                <a:lnTo>
                  <a:pt x="11930" y="1491704"/>
                </a:lnTo>
                <a:lnTo>
                  <a:pt x="47105" y="1780311"/>
                </a:lnTo>
                <a:lnTo>
                  <a:pt x="104598" y="2061420"/>
                </a:lnTo>
                <a:lnTo>
                  <a:pt x="183482" y="2334105"/>
                </a:lnTo>
                <a:lnTo>
                  <a:pt x="282831" y="2597440"/>
                </a:lnTo>
                <a:lnTo>
                  <a:pt x="401719" y="2850498"/>
                </a:lnTo>
                <a:lnTo>
                  <a:pt x="539220" y="3092354"/>
                </a:lnTo>
                <a:lnTo>
                  <a:pt x="694408" y="3322080"/>
                </a:lnTo>
                <a:lnTo>
                  <a:pt x="866356" y="3538751"/>
                </a:lnTo>
                <a:lnTo>
                  <a:pt x="1054138" y="3741441"/>
                </a:lnTo>
                <a:lnTo>
                  <a:pt x="1256827" y="3929223"/>
                </a:lnTo>
                <a:lnTo>
                  <a:pt x="1473498" y="4101171"/>
                </a:lnTo>
                <a:lnTo>
                  <a:pt x="1703225" y="4256358"/>
                </a:lnTo>
                <a:lnTo>
                  <a:pt x="1945080" y="4393859"/>
                </a:lnTo>
                <a:lnTo>
                  <a:pt x="2198139" y="4512748"/>
                </a:lnTo>
                <a:lnTo>
                  <a:pt x="2461473" y="4612097"/>
                </a:lnTo>
                <a:lnTo>
                  <a:pt x="2734158" y="4690981"/>
                </a:lnTo>
                <a:lnTo>
                  <a:pt x="3015267" y="4748474"/>
                </a:lnTo>
                <a:lnTo>
                  <a:pt x="3303874" y="4783648"/>
                </a:lnTo>
                <a:lnTo>
                  <a:pt x="3599053" y="4795579"/>
                </a:lnTo>
                <a:lnTo>
                  <a:pt x="3894231" y="4783648"/>
                </a:lnTo>
                <a:lnTo>
                  <a:pt x="4182838" y="4748474"/>
                </a:lnTo>
                <a:lnTo>
                  <a:pt x="4463947" y="4690981"/>
                </a:lnTo>
                <a:lnTo>
                  <a:pt x="4736632" y="4612097"/>
                </a:lnTo>
                <a:lnTo>
                  <a:pt x="4999966" y="4512748"/>
                </a:lnTo>
                <a:lnTo>
                  <a:pt x="5253025" y="4393859"/>
                </a:lnTo>
                <a:lnTo>
                  <a:pt x="5494880" y="4256358"/>
                </a:lnTo>
                <a:lnTo>
                  <a:pt x="5724607" y="4101171"/>
                </a:lnTo>
                <a:lnTo>
                  <a:pt x="5941278" y="3929223"/>
                </a:lnTo>
                <a:lnTo>
                  <a:pt x="6143967" y="3741441"/>
                </a:lnTo>
                <a:lnTo>
                  <a:pt x="6331749" y="3538751"/>
                </a:lnTo>
                <a:lnTo>
                  <a:pt x="6503697" y="3322080"/>
                </a:lnTo>
                <a:lnTo>
                  <a:pt x="6658885" y="3092354"/>
                </a:lnTo>
                <a:lnTo>
                  <a:pt x="6796386" y="2850498"/>
                </a:lnTo>
                <a:lnTo>
                  <a:pt x="6915274" y="2597440"/>
                </a:lnTo>
                <a:lnTo>
                  <a:pt x="7014623" y="2334105"/>
                </a:lnTo>
                <a:lnTo>
                  <a:pt x="7093507" y="2061420"/>
                </a:lnTo>
                <a:lnTo>
                  <a:pt x="7151000" y="1780311"/>
                </a:lnTo>
                <a:lnTo>
                  <a:pt x="7186175" y="1491704"/>
                </a:lnTo>
                <a:lnTo>
                  <a:pt x="7198106" y="1196526"/>
                </a:lnTo>
                <a:lnTo>
                  <a:pt x="7186175" y="901348"/>
                </a:lnTo>
                <a:lnTo>
                  <a:pt x="7151000" y="612741"/>
                </a:lnTo>
                <a:lnTo>
                  <a:pt x="7093507" y="331632"/>
                </a:lnTo>
                <a:lnTo>
                  <a:pt x="7014623" y="58947"/>
                </a:lnTo>
                <a:lnTo>
                  <a:pt x="6992384" y="0"/>
                </a:lnTo>
                <a:close/>
              </a:path>
            </a:pathLst>
          </a:custGeom>
          <a:solidFill>
            <a:schemeClr val="accent3"/>
          </a:solidFill>
        </p:spPr>
        <p:txBody>
          <a:bodyPr wrap="square" lIns="0" tIns="0" rIns="0" bIns="0" rtlCol="0"/>
          <a:lstStyle/>
          <a:p>
            <a:pPr>
              <a:lnSpc>
                <a:spcPct val="120000"/>
              </a:lnSpc>
            </a:pPr>
            <a:endParaRPr lang="de-DE" dirty="0"/>
          </a:p>
        </p:txBody>
      </p:sp>
      <p:sp>
        <p:nvSpPr>
          <p:cNvPr id="6" name="object 3"/>
          <p:cNvSpPr/>
          <p:nvPr userDrawn="1"/>
        </p:nvSpPr>
        <p:spPr>
          <a:xfrm>
            <a:off x="5559362" y="3040401"/>
            <a:ext cx="2049145" cy="2049145"/>
          </a:xfrm>
          <a:custGeom>
            <a:avLst/>
            <a:gdLst/>
            <a:ahLst/>
            <a:cxnLst/>
            <a:rect l="l" t="t" r="r" b="b"/>
            <a:pathLst>
              <a:path w="2049145" h="2049145">
                <a:moveTo>
                  <a:pt x="1024432" y="0"/>
                </a:moveTo>
                <a:lnTo>
                  <a:pt x="940414" y="3395"/>
                </a:lnTo>
                <a:lnTo>
                  <a:pt x="858266" y="13407"/>
                </a:lnTo>
                <a:lnTo>
                  <a:pt x="778251" y="29772"/>
                </a:lnTo>
                <a:lnTo>
                  <a:pt x="700635" y="52225"/>
                </a:lnTo>
                <a:lnTo>
                  <a:pt x="625679" y="80504"/>
                </a:lnTo>
                <a:lnTo>
                  <a:pt x="553649" y="114344"/>
                </a:lnTo>
                <a:lnTo>
                  <a:pt x="484808" y="153482"/>
                </a:lnTo>
                <a:lnTo>
                  <a:pt x="419418" y="197654"/>
                </a:lnTo>
                <a:lnTo>
                  <a:pt x="357745" y="246597"/>
                </a:lnTo>
                <a:lnTo>
                  <a:pt x="300051" y="300047"/>
                </a:lnTo>
                <a:lnTo>
                  <a:pt x="246601" y="357740"/>
                </a:lnTo>
                <a:lnTo>
                  <a:pt x="197657" y="419413"/>
                </a:lnTo>
                <a:lnTo>
                  <a:pt x="153485" y="484802"/>
                </a:lnTo>
                <a:lnTo>
                  <a:pt x="114346" y="553644"/>
                </a:lnTo>
                <a:lnTo>
                  <a:pt x="80505" y="625674"/>
                </a:lnTo>
                <a:lnTo>
                  <a:pt x="52226" y="700630"/>
                </a:lnTo>
                <a:lnTo>
                  <a:pt x="29773" y="778247"/>
                </a:lnTo>
                <a:lnTo>
                  <a:pt x="13408" y="858262"/>
                </a:lnTo>
                <a:lnTo>
                  <a:pt x="3396" y="940412"/>
                </a:lnTo>
                <a:lnTo>
                  <a:pt x="0" y="1024432"/>
                </a:lnTo>
                <a:lnTo>
                  <a:pt x="3396" y="1108453"/>
                </a:lnTo>
                <a:lnTo>
                  <a:pt x="13408" y="1190602"/>
                </a:lnTo>
                <a:lnTo>
                  <a:pt x="29773" y="1270617"/>
                </a:lnTo>
                <a:lnTo>
                  <a:pt x="52226" y="1348235"/>
                </a:lnTo>
                <a:lnTo>
                  <a:pt x="80505" y="1423190"/>
                </a:lnTo>
                <a:lnTo>
                  <a:pt x="114346" y="1495221"/>
                </a:lnTo>
                <a:lnTo>
                  <a:pt x="153485" y="1564063"/>
                </a:lnTo>
                <a:lnTo>
                  <a:pt x="197657" y="1629452"/>
                </a:lnTo>
                <a:lnTo>
                  <a:pt x="246601" y="1691125"/>
                </a:lnTo>
                <a:lnTo>
                  <a:pt x="300051" y="1748818"/>
                </a:lnTo>
                <a:lnTo>
                  <a:pt x="357745" y="1802268"/>
                </a:lnTo>
                <a:lnTo>
                  <a:pt x="419418" y="1851211"/>
                </a:lnTo>
                <a:lnTo>
                  <a:pt x="484808" y="1895383"/>
                </a:lnTo>
                <a:lnTo>
                  <a:pt x="553649" y="1934521"/>
                </a:lnTo>
                <a:lnTo>
                  <a:pt x="625679" y="1968361"/>
                </a:lnTo>
                <a:lnTo>
                  <a:pt x="700635" y="1996639"/>
                </a:lnTo>
                <a:lnTo>
                  <a:pt x="778251" y="2019093"/>
                </a:lnTo>
                <a:lnTo>
                  <a:pt x="858266" y="2035457"/>
                </a:lnTo>
                <a:lnTo>
                  <a:pt x="940414" y="2045469"/>
                </a:lnTo>
                <a:lnTo>
                  <a:pt x="1024432" y="2048865"/>
                </a:lnTo>
                <a:lnTo>
                  <a:pt x="1108453" y="2045469"/>
                </a:lnTo>
                <a:lnTo>
                  <a:pt x="1190602" y="2035457"/>
                </a:lnTo>
                <a:lnTo>
                  <a:pt x="1270617" y="2019093"/>
                </a:lnTo>
                <a:lnTo>
                  <a:pt x="1348235" y="1996639"/>
                </a:lnTo>
                <a:lnTo>
                  <a:pt x="1423190" y="1968361"/>
                </a:lnTo>
                <a:lnTo>
                  <a:pt x="1495221" y="1934521"/>
                </a:lnTo>
                <a:lnTo>
                  <a:pt x="1564063" y="1895383"/>
                </a:lnTo>
                <a:lnTo>
                  <a:pt x="1629452" y="1851211"/>
                </a:lnTo>
                <a:lnTo>
                  <a:pt x="1691125" y="1802268"/>
                </a:lnTo>
                <a:lnTo>
                  <a:pt x="1748818" y="1748818"/>
                </a:lnTo>
                <a:lnTo>
                  <a:pt x="1802268" y="1691125"/>
                </a:lnTo>
                <a:lnTo>
                  <a:pt x="1851211" y="1629452"/>
                </a:lnTo>
                <a:lnTo>
                  <a:pt x="1895383" y="1564063"/>
                </a:lnTo>
                <a:lnTo>
                  <a:pt x="1934521" y="1495221"/>
                </a:lnTo>
                <a:lnTo>
                  <a:pt x="1968361" y="1423190"/>
                </a:lnTo>
                <a:lnTo>
                  <a:pt x="1996639" y="1348235"/>
                </a:lnTo>
                <a:lnTo>
                  <a:pt x="2019093" y="1270617"/>
                </a:lnTo>
                <a:lnTo>
                  <a:pt x="2035457" y="1190602"/>
                </a:lnTo>
                <a:lnTo>
                  <a:pt x="2045469" y="1108453"/>
                </a:lnTo>
                <a:lnTo>
                  <a:pt x="2048865" y="1024432"/>
                </a:lnTo>
                <a:lnTo>
                  <a:pt x="2045469" y="940412"/>
                </a:lnTo>
                <a:lnTo>
                  <a:pt x="2035457" y="858262"/>
                </a:lnTo>
                <a:lnTo>
                  <a:pt x="2019093" y="778247"/>
                </a:lnTo>
                <a:lnTo>
                  <a:pt x="1996639" y="700630"/>
                </a:lnTo>
                <a:lnTo>
                  <a:pt x="1968361" y="625674"/>
                </a:lnTo>
                <a:lnTo>
                  <a:pt x="1934521" y="553644"/>
                </a:lnTo>
                <a:lnTo>
                  <a:pt x="1895383" y="484802"/>
                </a:lnTo>
                <a:lnTo>
                  <a:pt x="1851211" y="419413"/>
                </a:lnTo>
                <a:lnTo>
                  <a:pt x="1802268" y="357740"/>
                </a:lnTo>
                <a:lnTo>
                  <a:pt x="1748818" y="300047"/>
                </a:lnTo>
                <a:lnTo>
                  <a:pt x="1691125" y="246597"/>
                </a:lnTo>
                <a:lnTo>
                  <a:pt x="1629452" y="197654"/>
                </a:lnTo>
                <a:lnTo>
                  <a:pt x="1564063" y="153482"/>
                </a:lnTo>
                <a:lnTo>
                  <a:pt x="1495221" y="114344"/>
                </a:lnTo>
                <a:lnTo>
                  <a:pt x="1423190" y="80504"/>
                </a:lnTo>
                <a:lnTo>
                  <a:pt x="1348235" y="52225"/>
                </a:lnTo>
                <a:lnTo>
                  <a:pt x="1270617" y="29772"/>
                </a:lnTo>
                <a:lnTo>
                  <a:pt x="1190602" y="13407"/>
                </a:lnTo>
                <a:lnTo>
                  <a:pt x="1108453" y="3395"/>
                </a:lnTo>
                <a:lnTo>
                  <a:pt x="1024432" y="0"/>
                </a:lnTo>
                <a:close/>
              </a:path>
            </a:pathLst>
          </a:custGeom>
          <a:solidFill>
            <a:srgbClr val="FFFFFF"/>
          </a:solidFill>
        </p:spPr>
        <p:txBody>
          <a:bodyPr wrap="square" lIns="0" tIns="0" rIns="0" bIns="0" rtlCol="0"/>
          <a:lstStyle/>
          <a:p>
            <a:endParaRPr lang="de-DE" dirty="0"/>
          </a:p>
        </p:txBody>
      </p:sp>
      <p:sp>
        <p:nvSpPr>
          <p:cNvPr id="7" name="object 8"/>
          <p:cNvSpPr txBox="1"/>
          <p:nvPr userDrawn="1"/>
        </p:nvSpPr>
        <p:spPr>
          <a:xfrm>
            <a:off x="5907214" y="1625721"/>
            <a:ext cx="1295400" cy="3064942"/>
          </a:xfrm>
          <a:prstGeom prst="rect">
            <a:avLst/>
          </a:prstGeom>
        </p:spPr>
        <p:txBody>
          <a:bodyPr vert="horz" wrap="square" lIns="0" tIns="0" rIns="0" bIns="0" rtlCol="0">
            <a:spAutoFit/>
          </a:bodyPr>
          <a:lstStyle/>
          <a:p>
            <a:pPr marL="12700">
              <a:lnSpc>
                <a:spcPts val="23895"/>
              </a:lnSpc>
            </a:pPr>
            <a:r>
              <a:rPr lang="de-DE" sz="20000" b="1" dirty="0">
                <a:solidFill>
                  <a:srgbClr val="BFBFBF"/>
                </a:solidFill>
                <a:latin typeface="Arial"/>
                <a:cs typeface="Arial"/>
              </a:rPr>
              <a:t>„</a:t>
            </a:r>
            <a:endParaRPr lang="de-DE" sz="20000" dirty="0">
              <a:latin typeface="Arial"/>
              <a:cs typeface="Arial"/>
            </a:endParaRPr>
          </a:p>
        </p:txBody>
      </p:sp>
      <p:sp>
        <p:nvSpPr>
          <p:cNvPr id="9" name="Textplatzhalter 8"/>
          <p:cNvSpPr>
            <a:spLocks noGrp="1"/>
          </p:cNvSpPr>
          <p:nvPr>
            <p:ph type="body" sz="quarter" idx="13" hasCustomPrompt="1"/>
          </p:nvPr>
        </p:nvSpPr>
        <p:spPr>
          <a:xfrm>
            <a:off x="1695600" y="936000"/>
            <a:ext cx="4834626" cy="1852276"/>
          </a:xfrm>
        </p:spPr>
        <p:txBody>
          <a:bodyPr anchor="b" anchorCtr="0"/>
          <a:lstStyle>
            <a:lvl1pPr marL="0" indent="0">
              <a:lnSpc>
                <a:spcPct val="90000"/>
              </a:lnSpc>
              <a:spcBef>
                <a:spcPts val="0"/>
              </a:spcBef>
              <a:buNone/>
              <a:defRPr sz="3200" b="1" baseline="0">
                <a:solidFill>
                  <a:schemeClr val="bg1"/>
                </a:solidFill>
              </a:defRPr>
            </a:lvl1pPr>
            <a:lvl2pPr>
              <a:defRPr sz="3400" b="1">
                <a:solidFill>
                  <a:schemeClr val="bg1"/>
                </a:solidFill>
              </a:defRPr>
            </a:lvl2pPr>
            <a:lvl3pPr>
              <a:defRPr sz="3400" b="1">
                <a:solidFill>
                  <a:schemeClr val="bg1"/>
                </a:solidFill>
              </a:defRPr>
            </a:lvl3pPr>
            <a:lvl4pPr>
              <a:defRPr sz="3400" b="1">
                <a:solidFill>
                  <a:schemeClr val="bg1"/>
                </a:solidFill>
              </a:defRPr>
            </a:lvl4pPr>
            <a:lvl5pPr>
              <a:defRPr sz="3400" b="1">
                <a:solidFill>
                  <a:schemeClr val="bg1"/>
                </a:solidFill>
              </a:defRPr>
            </a:lvl5pPr>
          </a:lstStyle>
          <a:p>
            <a:pPr lvl="0"/>
            <a:r>
              <a:rPr lang="de-DE" dirty="0"/>
              <a:t>Zitat durch Klicken hinzufügen</a:t>
            </a:r>
          </a:p>
        </p:txBody>
      </p:sp>
      <p:sp>
        <p:nvSpPr>
          <p:cNvPr id="11" name="Textplatzhalter 10"/>
          <p:cNvSpPr>
            <a:spLocks noGrp="1"/>
          </p:cNvSpPr>
          <p:nvPr>
            <p:ph type="body" sz="quarter" idx="14" hasCustomPrompt="1"/>
          </p:nvPr>
        </p:nvSpPr>
        <p:spPr>
          <a:xfrm>
            <a:off x="1695600" y="3024000"/>
            <a:ext cx="3805721" cy="463994"/>
          </a:xfrm>
        </p:spPr>
        <p:txBody>
          <a:bodyPr/>
          <a:lstStyle>
            <a:lvl1pPr marL="0" indent="0">
              <a:spcBef>
                <a:spcPts val="0"/>
              </a:spcBef>
              <a:buNone/>
              <a:defRPr sz="1200" b="1">
                <a:solidFill>
                  <a:schemeClr val="bg1"/>
                </a:solidFill>
              </a:defRPr>
            </a:lvl1pPr>
          </a:lstStyle>
          <a:p>
            <a:pPr lvl="0"/>
            <a:r>
              <a:rPr lang="de-DE" dirty="0"/>
              <a:t>Name</a:t>
            </a:r>
          </a:p>
        </p:txBody>
      </p:sp>
    </p:spTree>
    <p:extLst>
      <p:ext uri="{BB962C8B-B14F-4D97-AF65-F5344CB8AC3E}">
        <p14:creationId xmlns:p14="http://schemas.microsoft.com/office/powerpoint/2010/main" val="2549376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68000" y="1597025"/>
            <a:ext cx="3960000" cy="349250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4" name="Content Placeholder 3"/>
          <p:cNvSpPr>
            <a:spLocks noGrp="1"/>
          </p:cNvSpPr>
          <p:nvPr>
            <p:ph sz="half" idx="2"/>
          </p:nvPr>
        </p:nvSpPr>
        <p:spPr>
          <a:xfrm>
            <a:off x="4715688" y="1597025"/>
            <a:ext cx="3960000" cy="349200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Date Placeholder 4"/>
          <p:cNvSpPr>
            <a:spLocks noGrp="1"/>
          </p:cNvSpPr>
          <p:nvPr>
            <p:ph type="dt" sz="half" idx="10"/>
          </p:nvPr>
        </p:nvSpPr>
        <p:spPr/>
        <p:txBody>
          <a:bodyPr/>
          <a:lstStyle/>
          <a:p>
            <a:fld id="{4CEE7AFB-D9B0-41AD-880D-41D7A6A97CB5}" type="datetime1">
              <a:rPr lang="de-DE" smtClean="0"/>
              <a:t>23.02.2026</a:t>
            </a:fld>
            <a:endParaRPr lang="de-DE" dirty="0"/>
          </a:p>
        </p:txBody>
      </p:sp>
      <p:sp>
        <p:nvSpPr>
          <p:cNvPr id="6" name="Footer Placeholder 5"/>
          <p:cNvSpPr>
            <a:spLocks noGrp="1"/>
          </p:cNvSpPr>
          <p:nvPr>
            <p:ph type="ftr" sz="quarter" idx="11"/>
          </p:nvPr>
        </p:nvSpPr>
        <p:spPr/>
        <p:txBody>
          <a:bodyPr/>
          <a:lstStyle/>
          <a:p>
            <a:r>
              <a:rPr lang="de-DE"/>
              <a:t>University of Stuttgart, IAS</a:t>
            </a:r>
            <a:endParaRPr lang="de-DE" dirty="0"/>
          </a:p>
        </p:txBody>
      </p:sp>
      <p:sp>
        <p:nvSpPr>
          <p:cNvPr id="7" name="Slide Number Placeholder 6"/>
          <p:cNvSpPr>
            <a:spLocks noGrp="1"/>
          </p:cNvSpPr>
          <p:nvPr>
            <p:ph type="sldNum" sz="quarter" idx="12"/>
          </p:nvPr>
        </p:nvSpPr>
        <p:spPr/>
        <p:txBody>
          <a:bodyPr/>
          <a:lstStyle/>
          <a:p>
            <a:fld id="{9E82CC3C-1DC0-4FDA-9590-6CC506AB67F8}" type="slidenum">
              <a:rPr lang="de-DE" smtClean="0"/>
              <a:t>‹#›</a:t>
            </a:fld>
            <a:endParaRPr lang="de-DE" dirty="0"/>
          </a:p>
        </p:txBody>
      </p:sp>
      <p:sp>
        <p:nvSpPr>
          <p:cNvPr id="8" name="Textplatzhalter 7"/>
          <p:cNvSpPr>
            <a:spLocks noGrp="1"/>
          </p:cNvSpPr>
          <p:nvPr>
            <p:ph type="body" sz="quarter" idx="13" hasCustomPrompt="1"/>
          </p:nvPr>
        </p:nvSpPr>
        <p:spPr>
          <a:xfrm>
            <a:off x="468000" y="716400"/>
            <a:ext cx="8208000" cy="276225"/>
          </a:xfrm>
        </p:spPr>
        <p:txBody>
          <a:bodyPr lIns="0" tIns="0" rIns="0" bIns="0"/>
          <a:lstStyle>
            <a:lvl1pPr marL="0" indent="0">
              <a:buNone/>
              <a:defRPr sz="1800" baseline="0"/>
            </a:lvl1pPr>
          </a:lstStyle>
          <a:p>
            <a:pPr lvl="0"/>
            <a:r>
              <a:rPr lang="de-DE" dirty="0"/>
              <a:t>Untertitel durch Klicken bearbeiten</a:t>
            </a:r>
          </a:p>
        </p:txBody>
      </p:sp>
      <p:sp>
        <p:nvSpPr>
          <p:cNvPr id="10" name="Titel 9"/>
          <p:cNvSpPr>
            <a:spLocks noGrp="1"/>
          </p:cNvSpPr>
          <p:nvPr>
            <p:ph type="title"/>
          </p:nvPr>
        </p:nvSpPr>
        <p:spPr/>
        <p:txBody>
          <a:bodyPr/>
          <a:lstStyle/>
          <a:p>
            <a:r>
              <a:rPr lang="de-DE"/>
              <a:t>Titelmasterformat durch Klicken bearbeiten</a:t>
            </a:r>
          </a:p>
        </p:txBody>
      </p:sp>
    </p:spTree>
    <p:extLst>
      <p:ext uri="{BB962C8B-B14F-4D97-AF65-F5344CB8AC3E}">
        <p14:creationId xmlns:p14="http://schemas.microsoft.com/office/powerpoint/2010/main" val="1926624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ergleich">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68000" y="1597026"/>
            <a:ext cx="3960000" cy="239148"/>
          </a:xfrm>
        </p:spPr>
        <p:txBody>
          <a:bodyPr anchor="b"/>
          <a:lstStyle>
            <a:lvl1pPr marL="0" indent="0">
              <a:buNone/>
              <a:defRPr sz="14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Textmasterformat bearbeiten</a:t>
            </a:r>
          </a:p>
        </p:txBody>
      </p:sp>
      <p:sp>
        <p:nvSpPr>
          <p:cNvPr id="4" name="Content Placeholder 3"/>
          <p:cNvSpPr>
            <a:spLocks noGrp="1"/>
          </p:cNvSpPr>
          <p:nvPr>
            <p:ph sz="half" idx="2"/>
          </p:nvPr>
        </p:nvSpPr>
        <p:spPr>
          <a:xfrm>
            <a:off x="468000" y="1909916"/>
            <a:ext cx="3960000" cy="3179609"/>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7" name="Date Placeholder 6"/>
          <p:cNvSpPr>
            <a:spLocks noGrp="1"/>
          </p:cNvSpPr>
          <p:nvPr>
            <p:ph type="dt" sz="half" idx="10"/>
          </p:nvPr>
        </p:nvSpPr>
        <p:spPr/>
        <p:txBody>
          <a:bodyPr/>
          <a:lstStyle/>
          <a:p>
            <a:fld id="{59B758E7-6BF4-4B61-BFC3-1ADE6C9804DF}" type="datetime1">
              <a:rPr lang="de-DE" smtClean="0"/>
              <a:t>23.02.2026</a:t>
            </a:fld>
            <a:endParaRPr lang="de-DE" dirty="0"/>
          </a:p>
        </p:txBody>
      </p:sp>
      <p:sp>
        <p:nvSpPr>
          <p:cNvPr id="8" name="Footer Placeholder 7"/>
          <p:cNvSpPr>
            <a:spLocks noGrp="1"/>
          </p:cNvSpPr>
          <p:nvPr>
            <p:ph type="ftr" sz="quarter" idx="11"/>
          </p:nvPr>
        </p:nvSpPr>
        <p:spPr/>
        <p:txBody>
          <a:bodyPr/>
          <a:lstStyle/>
          <a:p>
            <a:r>
              <a:rPr lang="de-DE"/>
              <a:t>University of Stuttgart, IAS</a:t>
            </a:r>
            <a:endParaRPr lang="de-DE" dirty="0"/>
          </a:p>
        </p:txBody>
      </p:sp>
      <p:sp>
        <p:nvSpPr>
          <p:cNvPr id="9" name="Slide Number Placeholder 8"/>
          <p:cNvSpPr>
            <a:spLocks noGrp="1"/>
          </p:cNvSpPr>
          <p:nvPr>
            <p:ph type="sldNum" sz="quarter" idx="12"/>
          </p:nvPr>
        </p:nvSpPr>
        <p:spPr/>
        <p:txBody>
          <a:bodyPr/>
          <a:lstStyle/>
          <a:p>
            <a:fld id="{9E82CC3C-1DC0-4FDA-9590-6CC506AB67F8}" type="slidenum">
              <a:rPr lang="de-DE" smtClean="0"/>
              <a:t>‹#›</a:t>
            </a:fld>
            <a:endParaRPr lang="de-DE" dirty="0"/>
          </a:p>
        </p:txBody>
      </p:sp>
      <p:sp>
        <p:nvSpPr>
          <p:cNvPr id="11" name="Textplatzhalter 7"/>
          <p:cNvSpPr>
            <a:spLocks noGrp="1"/>
          </p:cNvSpPr>
          <p:nvPr>
            <p:ph type="body" sz="quarter" idx="13" hasCustomPrompt="1"/>
          </p:nvPr>
        </p:nvSpPr>
        <p:spPr>
          <a:xfrm>
            <a:off x="468000" y="716400"/>
            <a:ext cx="8208000" cy="276225"/>
          </a:xfrm>
        </p:spPr>
        <p:txBody>
          <a:bodyPr lIns="0" tIns="0" rIns="0" bIns="0"/>
          <a:lstStyle>
            <a:lvl1pPr marL="0" indent="0">
              <a:buNone/>
              <a:defRPr sz="1800" baseline="0"/>
            </a:lvl1pPr>
          </a:lstStyle>
          <a:p>
            <a:pPr lvl="0"/>
            <a:r>
              <a:rPr lang="de-DE" dirty="0"/>
              <a:t>Untertitel durch Klicken bearbeiten</a:t>
            </a:r>
          </a:p>
        </p:txBody>
      </p:sp>
      <p:sp>
        <p:nvSpPr>
          <p:cNvPr id="14" name="Text Placeholder 2"/>
          <p:cNvSpPr>
            <a:spLocks noGrp="1"/>
          </p:cNvSpPr>
          <p:nvPr>
            <p:ph type="body" idx="14"/>
          </p:nvPr>
        </p:nvSpPr>
        <p:spPr>
          <a:xfrm>
            <a:off x="4715688" y="1597026"/>
            <a:ext cx="3960000" cy="239148"/>
          </a:xfrm>
        </p:spPr>
        <p:txBody>
          <a:bodyPr anchor="b"/>
          <a:lstStyle>
            <a:lvl1pPr marL="0" indent="0">
              <a:buNone/>
              <a:defRPr sz="14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Textmasterformat bearbeiten</a:t>
            </a:r>
          </a:p>
        </p:txBody>
      </p:sp>
      <p:sp>
        <p:nvSpPr>
          <p:cNvPr id="15" name="Content Placeholder 3"/>
          <p:cNvSpPr>
            <a:spLocks noGrp="1"/>
          </p:cNvSpPr>
          <p:nvPr>
            <p:ph sz="half" idx="15"/>
          </p:nvPr>
        </p:nvSpPr>
        <p:spPr>
          <a:xfrm>
            <a:off x="4715688" y="1909916"/>
            <a:ext cx="3960000" cy="3179609"/>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 name="Titel 1"/>
          <p:cNvSpPr>
            <a:spLocks noGrp="1"/>
          </p:cNvSpPr>
          <p:nvPr>
            <p:ph type="title"/>
          </p:nvPr>
        </p:nvSpPr>
        <p:spPr/>
        <p:txBody>
          <a:bodyPr/>
          <a:lstStyle/>
          <a:p>
            <a:r>
              <a:rPr lang="de-DE"/>
              <a:t>Titelmasterformat durch Klicken bearbeiten</a:t>
            </a:r>
          </a:p>
        </p:txBody>
      </p:sp>
    </p:spTree>
    <p:extLst>
      <p:ext uri="{BB962C8B-B14F-4D97-AF65-F5344CB8AC3E}">
        <p14:creationId xmlns:p14="http://schemas.microsoft.com/office/powerpoint/2010/main" val="2042460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und Bilder vertikal">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68000" y="1597025"/>
            <a:ext cx="4176000" cy="349250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Date Placeholder 4"/>
          <p:cNvSpPr>
            <a:spLocks noGrp="1"/>
          </p:cNvSpPr>
          <p:nvPr>
            <p:ph type="dt" sz="half" idx="10"/>
          </p:nvPr>
        </p:nvSpPr>
        <p:spPr/>
        <p:txBody>
          <a:bodyPr/>
          <a:lstStyle/>
          <a:p>
            <a:fld id="{7EE41FB5-E126-4879-8EE1-92A2D8248176}" type="datetime1">
              <a:rPr lang="de-DE" smtClean="0"/>
              <a:t>23.02.2026</a:t>
            </a:fld>
            <a:endParaRPr lang="de-DE" dirty="0"/>
          </a:p>
        </p:txBody>
      </p:sp>
      <p:sp>
        <p:nvSpPr>
          <p:cNvPr id="6" name="Footer Placeholder 5"/>
          <p:cNvSpPr>
            <a:spLocks noGrp="1"/>
          </p:cNvSpPr>
          <p:nvPr>
            <p:ph type="ftr" sz="quarter" idx="11"/>
          </p:nvPr>
        </p:nvSpPr>
        <p:spPr/>
        <p:txBody>
          <a:bodyPr/>
          <a:lstStyle/>
          <a:p>
            <a:r>
              <a:rPr lang="de-DE"/>
              <a:t>University of Stuttgart, IAS</a:t>
            </a:r>
            <a:endParaRPr lang="de-DE" dirty="0"/>
          </a:p>
        </p:txBody>
      </p:sp>
      <p:sp>
        <p:nvSpPr>
          <p:cNvPr id="7" name="Slide Number Placeholder 6"/>
          <p:cNvSpPr>
            <a:spLocks noGrp="1"/>
          </p:cNvSpPr>
          <p:nvPr>
            <p:ph type="sldNum" sz="quarter" idx="12"/>
          </p:nvPr>
        </p:nvSpPr>
        <p:spPr/>
        <p:txBody>
          <a:bodyPr/>
          <a:lstStyle/>
          <a:p>
            <a:fld id="{9E82CC3C-1DC0-4FDA-9590-6CC506AB67F8}" type="slidenum">
              <a:rPr lang="de-DE" smtClean="0"/>
              <a:t>‹#›</a:t>
            </a:fld>
            <a:endParaRPr lang="de-DE" dirty="0"/>
          </a:p>
        </p:txBody>
      </p:sp>
      <p:sp>
        <p:nvSpPr>
          <p:cNvPr id="8" name="Textplatzhalter 7"/>
          <p:cNvSpPr>
            <a:spLocks noGrp="1"/>
          </p:cNvSpPr>
          <p:nvPr>
            <p:ph type="body" sz="quarter" idx="13" hasCustomPrompt="1"/>
          </p:nvPr>
        </p:nvSpPr>
        <p:spPr>
          <a:xfrm>
            <a:off x="468000" y="716400"/>
            <a:ext cx="8208000" cy="276225"/>
          </a:xfrm>
        </p:spPr>
        <p:txBody>
          <a:bodyPr lIns="0" tIns="0" rIns="0" bIns="0"/>
          <a:lstStyle>
            <a:lvl1pPr marL="0" indent="0">
              <a:buNone/>
              <a:defRPr sz="1800" baseline="0"/>
            </a:lvl1pPr>
          </a:lstStyle>
          <a:p>
            <a:pPr lvl="0"/>
            <a:r>
              <a:rPr lang="de-DE" dirty="0"/>
              <a:t>Untertitel durch Klicken bearbeiten</a:t>
            </a:r>
          </a:p>
        </p:txBody>
      </p:sp>
      <p:sp>
        <p:nvSpPr>
          <p:cNvPr id="10" name="Bildplatzhalter 9"/>
          <p:cNvSpPr>
            <a:spLocks noGrp="1"/>
          </p:cNvSpPr>
          <p:nvPr>
            <p:ph type="pic" sz="quarter" idx="14"/>
          </p:nvPr>
        </p:nvSpPr>
        <p:spPr>
          <a:xfrm>
            <a:off x="4895688" y="1597024"/>
            <a:ext cx="3780000" cy="1710000"/>
          </a:xfrm>
          <a:solidFill>
            <a:schemeClr val="bg1">
              <a:lumMod val="95000"/>
            </a:schemeClr>
          </a:solidFill>
        </p:spPr>
        <p:txBody>
          <a:bodyPr/>
          <a:lstStyle/>
          <a:p>
            <a:r>
              <a:rPr lang="de-DE"/>
              <a:t>Bild durch Klicken auf Symbol hinzufügen</a:t>
            </a:r>
            <a:endParaRPr lang="en-US"/>
          </a:p>
        </p:txBody>
      </p:sp>
      <p:sp>
        <p:nvSpPr>
          <p:cNvPr id="11" name="Bildplatzhalter 9"/>
          <p:cNvSpPr>
            <a:spLocks noGrp="1"/>
          </p:cNvSpPr>
          <p:nvPr>
            <p:ph type="pic" sz="quarter" idx="15"/>
          </p:nvPr>
        </p:nvSpPr>
        <p:spPr>
          <a:xfrm>
            <a:off x="4895688" y="3379525"/>
            <a:ext cx="3780000" cy="1710000"/>
          </a:xfrm>
          <a:solidFill>
            <a:schemeClr val="bg1">
              <a:lumMod val="95000"/>
            </a:schemeClr>
          </a:solidFill>
        </p:spPr>
        <p:txBody>
          <a:bodyPr/>
          <a:lstStyle/>
          <a:p>
            <a:r>
              <a:rPr lang="de-DE"/>
              <a:t>Bild durch Klicken auf Symbol hinzufügen</a:t>
            </a:r>
            <a:endParaRPr lang="en-US"/>
          </a:p>
        </p:txBody>
      </p:sp>
      <p:sp>
        <p:nvSpPr>
          <p:cNvPr id="2" name="Titel 1"/>
          <p:cNvSpPr>
            <a:spLocks noGrp="1"/>
          </p:cNvSpPr>
          <p:nvPr>
            <p:ph type="title"/>
          </p:nvPr>
        </p:nvSpPr>
        <p:spPr/>
        <p:txBody>
          <a:bodyPr/>
          <a:lstStyle/>
          <a:p>
            <a:r>
              <a:rPr lang="de-DE"/>
              <a:t>Titelmasterformat durch Klicken bearbeiten</a:t>
            </a:r>
          </a:p>
        </p:txBody>
      </p:sp>
    </p:spTree>
    <p:extLst>
      <p:ext uri="{BB962C8B-B14F-4D97-AF65-F5344CB8AC3E}">
        <p14:creationId xmlns:p14="http://schemas.microsoft.com/office/powerpoint/2010/main" val="302841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und Bild Hochforma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68000" y="1597025"/>
            <a:ext cx="4176860" cy="349250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Date Placeholder 4"/>
          <p:cNvSpPr>
            <a:spLocks noGrp="1"/>
          </p:cNvSpPr>
          <p:nvPr>
            <p:ph type="dt" sz="half" idx="10"/>
          </p:nvPr>
        </p:nvSpPr>
        <p:spPr/>
        <p:txBody>
          <a:bodyPr/>
          <a:lstStyle/>
          <a:p>
            <a:fld id="{D02044B8-9C23-47B9-A092-0EDC2AC50882}" type="datetime1">
              <a:rPr lang="de-DE" smtClean="0"/>
              <a:t>23.02.2026</a:t>
            </a:fld>
            <a:endParaRPr lang="de-DE" dirty="0"/>
          </a:p>
        </p:txBody>
      </p:sp>
      <p:sp>
        <p:nvSpPr>
          <p:cNvPr id="6" name="Footer Placeholder 5"/>
          <p:cNvSpPr>
            <a:spLocks noGrp="1"/>
          </p:cNvSpPr>
          <p:nvPr>
            <p:ph type="ftr" sz="quarter" idx="11"/>
          </p:nvPr>
        </p:nvSpPr>
        <p:spPr/>
        <p:txBody>
          <a:bodyPr/>
          <a:lstStyle/>
          <a:p>
            <a:r>
              <a:rPr lang="de-DE"/>
              <a:t>University of Stuttgart, IAS</a:t>
            </a:r>
            <a:endParaRPr lang="de-DE" dirty="0"/>
          </a:p>
        </p:txBody>
      </p:sp>
      <p:sp>
        <p:nvSpPr>
          <p:cNvPr id="7" name="Slide Number Placeholder 6"/>
          <p:cNvSpPr>
            <a:spLocks noGrp="1"/>
          </p:cNvSpPr>
          <p:nvPr>
            <p:ph type="sldNum" sz="quarter" idx="12"/>
          </p:nvPr>
        </p:nvSpPr>
        <p:spPr/>
        <p:txBody>
          <a:bodyPr/>
          <a:lstStyle/>
          <a:p>
            <a:fld id="{9E82CC3C-1DC0-4FDA-9590-6CC506AB67F8}" type="slidenum">
              <a:rPr lang="de-DE" smtClean="0"/>
              <a:t>‹#›</a:t>
            </a:fld>
            <a:endParaRPr lang="de-DE" dirty="0"/>
          </a:p>
        </p:txBody>
      </p:sp>
      <p:sp>
        <p:nvSpPr>
          <p:cNvPr id="8" name="Textplatzhalter 7"/>
          <p:cNvSpPr>
            <a:spLocks noGrp="1"/>
          </p:cNvSpPr>
          <p:nvPr>
            <p:ph type="body" sz="quarter" idx="13" hasCustomPrompt="1"/>
          </p:nvPr>
        </p:nvSpPr>
        <p:spPr>
          <a:xfrm>
            <a:off x="468000" y="716400"/>
            <a:ext cx="8208000" cy="276225"/>
          </a:xfrm>
        </p:spPr>
        <p:txBody>
          <a:bodyPr lIns="0" tIns="0" rIns="0" bIns="0"/>
          <a:lstStyle>
            <a:lvl1pPr marL="0" indent="0">
              <a:buNone/>
              <a:defRPr sz="1800" baseline="0"/>
            </a:lvl1pPr>
          </a:lstStyle>
          <a:p>
            <a:pPr lvl="0"/>
            <a:r>
              <a:rPr lang="de-DE" dirty="0"/>
              <a:t>Untertitel durch Klicken bearbeiten</a:t>
            </a:r>
          </a:p>
        </p:txBody>
      </p:sp>
      <p:sp>
        <p:nvSpPr>
          <p:cNvPr id="10" name="Bildplatzhalter 9"/>
          <p:cNvSpPr>
            <a:spLocks noGrp="1"/>
          </p:cNvSpPr>
          <p:nvPr>
            <p:ph type="pic" sz="quarter" idx="14"/>
          </p:nvPr>
        </p:nvSpPr>
        <p:spPr>
          <a:xfrm>
            <a:off x="4895688" y="1597025"/>
            <a:ext cx="3780000" cy="3492500"/>
          </a:xfrm>
          <a:solidFill>
            <a:schemeClr val="bg1">
              <a:lumMod val="95000"/>
            </a:schemeClr>
          </a:solidFill>
        </p:spPr>
        <p:txBody>
          <a:bodyPr/>
          <a:lstStyle/>
          <a:p>
            <a:r>
              <a:rPr lang="de-DE"/>
              <a:t>Bild durch Klicken auf Symbol hinzufügen</a:t>
            </a:r>
            <a:endParaRPr lang="en-US"/>
          </a:p>
        </p:txBody>
      </p:sp>
      <p:sp>
        <p:nvSpPr>
          <p:cNvPr id="2" name="Titel 1"/>
          <p:cNvSpPr>
            <a:spLocks noGrp="1"/>
          </p:cNvSpPr>
          <p:nvPr>
            <p:ph type="title"/>
          </p:nvPr>
        </p:nvSpPr>
        <p:spPr/>
        <p:txBody>
          <a:bodyPr/>
          <a:lstStyle/>
          <a:p>
            <a:r>
              <a:rPr lang="de-DE"/>
              <a:t>Titelmasterformat durch Klicken bearbeiten</a:t>
            </a:r>
          </a:p>
        </p:txBody>
      </p:sp>
    </p:spTree>
    <p:extLst>
      <p:ext uri="{BB962C8B-B14F-4D97-AF65-F5344CB8AC3E}">
        <p14:creationId xmlns:p14="http://schemas.microsoft.com/office/powerpoint/2010/main" val="25733934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 Bilder">
    <p:spTree>
      <p:nvGrpSpPr>
        <p:cNvPr id="1" name=""/>
        <p:cNvGrpSpPr/>
        <p:nvPr/>
      </p:nvGrpSpPr>
      <p:grpSpPr>
        <a:xfrm>
          <a:off x="0" y="0"/>
          <a:ext cx="0" cy="0"/>
          <a:chOff x="0" y="0"/>
          <a:chExt cx="0" cy="0"/>
        </a:xfrm>
      </p:grpSpPr>
      <p:sp>
        <p:nvSpPr>
          <p:cNvPr id="6" name="Textplatzhalter 7"/>
          <p:cNvSpPr>
            <a:spLocks noGrp="1"/>
          </p:cNvSpPr>
          <p:nvPr>
            <p:ph type="body" sz="quarter" idx="13" hasCustomPrompt="1"/>
          </p:nvPr>
        </p:nvSpPr>
        <p:spPr>
          <a:xfrm>
            <a:off x="468000" y="716400"/>
            <a:ext cx="8208000" cy="276225"/>
          </a:xfrm>
        </p:spPr>
        <p:txBody>
          <a:bodyPr lIns="0" tIns="0" rIns="0" bIns="0"/>
          <a:lstStyle>
            <a:lvl1pPr marL="0" indent="0">
              <a:buNone/>
              <a:defRPr sz="1800" baseline="0"/>
            </a:lvl1pPr>
          </a:lstStyle>
          <a:p>
            <a:pPr lvl="0"/>
            <a:r>
              <a:rPr lang="de-DE" dirty="0"/>
              <a:t>Untertitel durch Klicken bearbeiten</a:t>
            </a:r>
          </a:p>
        </p:txBody>
      </p:sp>
      <p:sp>
        <p:nvSpPr>
          <p:cNvPr id="7" name="Titel 6"/>
          <p:cNvSpPr>
            <a:spLocks noGrp="1"/>
          </p:cNvSpPr>
          <p:nvPr>
            <p:ph type="title"/>
          </p:nvPr>
        </p:nvSpPr>
        <p:spPr/>
        <p:txBody>
          <a:bodyPr/>
          <a:lstStyle/>
          <a:p>
            <a:r>
              <a:rPr lang="de-DE"/>
              <a:t>Titelmasterformat durch Klicken bearbeiten</a:t>
            </a:r>
            <a:endParaRPr lang="de-DE" dirty="0"/>
          </a:p>
        </p:txBody>
      </p:sp>
      <p:sp>
        <p:nvSpPr>
          <p:cNvPr id="10" name="Bildplatzhalter 7"/>
          <p:cNvSpPr>
            <a:spLocks noGrp="1"/>
          </p:cNvSpPr>
          <p:nvPr>
            <p:ph type="pic" sz="quarter" idx="16"/>
          </p:nvPr>
        </p:nvSpPr>
        <p:spPr>
          <a:xfrm>
            <a:off x="3240000" y="1597025"/>
            <a:ext cx="3240000" cy="2059200"/>
          </a:xfrm>
          <a:solidFill>
            <a:schemeClr val="bg1">
              <a:lumMod val="95000"/>
            </a:schemeClr>
          </a:solidFill>
        </p:spPr>
        <p:txBody>
          <a:bodyPr/>
          <a:lstStyle/>
          <a:p>
            <a:r>
              <a:rPr lang="de-DE"/>
              <a:t>Bild durch Klicken auf Symbol hinzufügen</a:t>
            </a:r>
            <a:endParaRPr lang="en-US"/>
          </a:p>
        </p:txBody>
      </p:sp>
      <p:sp>
        <p:nvSpPr>
          <p:cNvPr id="11" name="Bildplatzhalter 7"/>
          <p:cNvSpPr>
            <a:spLocks noGrp="1"/>
          </p:cNvSpPr>
          <p:nvPr>
            <p:ph type="pic" sz="quarter" idx="17"/>
          </p:nvPr>
        </p:nvSpPr>
        <p:spPr>
          <a:xfrm>
            <a:off x="3240000" y="3655800"/>
            <a:ext cx="3240000" cy="2059200"/>
          </a:xfrm>
          <a:solidFill>
            <a:schemeClr val="bg1">
              <a:lumMod val="95000"/>
            </a:schemeClr>
          </a:solidFill>
        </p:spPr>
        <p:txBody>
          <a:bodyPr/>
          <a:lstStyle/>
          <a:p>
            <a:r>
              <a:rPr lang="de-DE"/>
              <a:t>Bild durch Klicken auf Symbol hinzufügen</a:t>
            </a:r>
            <a:endParaRPr lang="en-US"/>
          </a:p>
        </p:txBody>
      </p:sp>
      <p:sp>
        <p:nvSpPr>
          <p:cNvPr id="12" name="Bildplatzhalter 7"/>
          <p:cNvSpPr>
            <a:spLocks noGrp="1"/>
          </p:cNvSpPr>
          <p:nvPr>
            <p:ph type="pic" sz="quarter" idx="18"/>
          </p:nvPr>
        </p:nvSpPr>
        <p:spPr>
          <a:xfrm>
            <a:off x="6480000" y="1597025"/>
            <a:ext cx="2664000" cy="4117976"/>
          </a:xfrm>
          <a:solidFill>
            <a:schemeClr val="bg1">
              <a:lumMod val="95000"/>
            </a:schemeClr>
          </a:solidFill>
        </p:spPr>
        <p:txBody>
          <a:bodyPr/>
          <a:lstStyle/>
          <a:p>
            <a:r>
              <a:rPr lang="de-DE"/>
              <a:t>Bild durch Klicken auf Symbol hinzufügen</a:t>
            </a:r>
            <a:endParaRPr lang="en-US"/>
          </a:p>
        </p:txBody>
      </p:sp>
      <p:sp>
        <p:nvSpPr>
          <p:cNvPr id="13" name="Bildplatzhalter 7"/>
          <p:cNvSpPr>
            <a:spLocks noGrp="1"/>
          </p:cNvSpPr>
          <p:nvPr>
            <p:ph type="pic" sz="quarter" idx="19"/>
          </p:nvPr>
        </p:nvSpPr>
        <p:spPr>
          <a:xfrm>
            <a:off x="0" y="1597025"/>
            <a:ext cx="3240000" cy="2059200"/>
          </a:xfrm>
          <a:solidFill>
            <a:schemeClr val="bg1">
              <a:lumMod val="95000"/>
            </a:schemeClr>
          </a:solidFill>
        </p:spPr>
        <p:txBody>
          <a:bodyPr/>
          <a:lstStyle/>
          <a:p>
            <a:r>
              <a:rPr lang="de-DE"/>
              <a:t>Bild durch Klicken auf Symbol hinzufügen</a:t>
            </a:r>
            <a:endParaRPr lang="en-US"/>
          </a:p>
        </p:txBody>
      </p:sp>
      <p:sp>
        <p:nvSpPr>
          <p:cNvPr id="14" name="Bildplatzhalter 7"/>
          <p:cNvSpPr>
            <a:spLocks noGrp="1"/>
          </p:cNvSpPr>
          <p:nvPr>
            <p:ph type="pic" sz="quarter" idx="20"/>
          </p:nvPr>
        </p:nvSpPr>
        <p:spPr>
          <a:xfrm>
            <a:off x="0" y="3655800"/>
            <a:ext cx="3240000" cy="2059200"/>
          </a:xfrm>
          <a:solidFill>
            <a:schemeClr val="bg1">
              <a:lumMod val="95000"/>
            </a:schemeClr>
          </a:solidFill>
        </p:spPr>
        <p:txBody>
          <a:bodyPr/>
          <a:lstStyle/>
          <a:p>
            <a:r>
              <a:rPr lang="de-DE"/>
              <a:t>Bild durch Klicken auf Symbol hinzufügen</a:t>
            </a:r>
            <a:endParaRPr lang="en-US"/>
          </a:p>
        </p:txBody>
      </p:sp>
    </p:spTree>
    <p:extLst>
      <p:ext uri="{BB962C8B-B14F-4D97-AF65-F5344CB8AC3E}">
        <p14:creationId xmlns:p14="http://schemas.microsoft.com/office/powerpoint/2010/main" val="10523236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mit runden Bildern">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C9B0F7B2-C503-4842-8C52-73784D0A6E4A}" type="datetime1">
              <a:rPr lang="de-DE" smtClean="0"/>
              <a:t>23.02.2026</a:t>
            </a:fld>
            <a:endParaRPr lang="de-DE" dirty="0"/>
          </a:p>
        </p:txBody>
      </p:sp>
      <p:sp>
        <p:nvSpPr>
          <p:cNvPr id="4" name="Fußzeilenplatzhalter 3"/>
          <p:cNvSpPr>
            <a:spLocks noGrp="1"/>
          </p:cNvSpPr>
          <p:nvPr>
            <p:ph type="ftr" sz="quarter" idx="11"/>
          </p:nvPr>
        </p:nvSpPr>
        <p:spPr/>
        <p:txBody>
          <a:bodyPr/>
          <a:lstStyle/>
          <a:p>
            <a:r>
              <a:rPr lang="de-DE"/>
              <a:t>University of Stuttgart, IAS</a:t>
            </a:r>
            <a:endParaRPr lang="de-DE" dirty="0"/>
          </a:p>
        </p:txBody>
      </p:sp>
      <p:sp>
        <p:nvSpPr>
          <p:cNvPr id="5" name="Foliennummernplatzhalter 4"/>
          <p:cNvSpPr>
            <a:spLocks noGrp="1"/>
          </p:cNvSpPr>
          <p:nvPr>
            <p:ph type="sldNum" sz="quarter" idx="12"/>
          </p:nvPr>
        </p:nvSpPr>
        <p:spPr/>
        <p:txBody>
          <a:bodyPr/>
          <a:lstStyle/>
          <a:p>
            <a:fld id="{9E82CC3C-1DC0-4FDA-9590-6CC506AB67F8}" type="slidenum">
              <a:rPr lang="de-DE" smtClean="0"/>
              <a:pPr/>
              <a:t>‹#›</a:t>
            </a:fld>
            <a:endParaRPr lang="de-DE" dirty="0"/>
          </a:p>
        </p:txBody>
      </p:sp>
      <p:sp>
        <p:nvSpPr>
          <p:cNvPr id="8" name="Bildplatzhalter 7"/>
          <p:cNvSpPr>
            <a:spLocks noGrp="1" noChangeAspect="1"/>
          </p:cNvSpPr>
          <p:nvPr>
            <p:ph type="pic" sz="quarter" idx="14"/>
          </p:nvPr>
        </p:nvSpPr>
        <p:spPr>
          <a:xfrm>
            <a:off x="482226" y="1115373"/>
            <a:ext cx="1080000" cy="1080000"/>
          </a:xfrm>
          <a:prstGeom prst="ellipse">
            <a:avLst/>
          </a:prstGeom>
          <a:solidFill>
            <a:schemeClr val="bg1">
              <a:lumMod val="95000"/>
            </a:schemeClr>
          </a:solidFill>
        </p:spPr>
        <p:txBody>
          <a:bodyPr tIns="0"/>
          <a:lstStyle>
            <a:lvl1pPr marL="0" indent="0" algn="ctr">
              <a:buNone/>
              <a:defRPr sz="1200"/>
            </a:lvl1pPr>
          </a:lstStyle>
          <a:p>
            <a:r>
              <a:rPr lang="de-DE"/>
              <a:t>Bild durch Klicken auf Symbol hinzufügen</a:t>
            </a:r>
            <a:endParaRPr lang="en-US"/>
          </a:p>
        </p:txBody>
      </p:sp>
      <p:sp>
        <p:nvSpPr>
          <p:cNvPr id="12" name="Textplatzhalter 10"/>
          <p:cNvSpPr>
            <a:spLocks noGrp="1"/>
          </p:cNvSpPr>
          <p:nvPr>
            <p:ph type="body" sz="quarter" idx="16"/>
          </p:nvPr>
        </p:nvSpPr>
        <p:spPr>
          <a:xfrm>
            <a:off x="1818000" y="1245972"/>
            <a:ext cx="5936400" cy="818802"/>
          </a:xfrm>
        </p:spPr>
        <p:txBody>
          <a:bodyPr anchor="ctr"/>
          <a:lstStyle>
            <a:lvl1pPr marL="0" indent="0">
              <a:buNone/>
              <a:defRPr sz="14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Textmasterformat bearbeiten</a:t>
            </a:r>
          </a:p>
        </p:txBody>
      </p:sp>
      <p:sp>
        <p:nvSpPr>
          <p:cNvPr id="21" name="Bildplatzhalter 7"/>
          <p:cNvSpPr>
            <a:spLocks noGrp="1" noChangeAspect="1"/>
          </p:cNvSpPr>
          <p:nvPr>
            <p:ph type="pic" sz="quarter" idx="17"/>
          </p:nvPr>
        </p:nvSpPr>
        <p:spPr>
          <a:xfrm>
            <a:off x="482226" y="2573224"/>
            <a:ext cx="1080000" cy="1080000"/>
          </a:xfrm>
          <a:prstGeom prst="ellipse">
            <a:avLst/>
          </a:prstGeom>
          <a:solidFill>
            <a:schemeClr val="bg1">
              <a:lumMod val="95000"/>
            </a:schemeClr>
          </a:solidFill>
        </p:spPr>
        <p:txBody>
          <a:bodyPr tIns="0"/>
          <a:lstStyle>
            <a:lvl1pPr marL="0" indent="0" algn="ctr">
              <a:buNone/>
              <a:defRPr sz="1200"/>
            </a:lvl1pPr>
          </a:lstStyle>
          <a:p>
            <a:r>
              <a:rPr lang="de-DE"/>
              <a:t>Bild durch Klicken auf Symbol hinzufügen</a:t>
            </a:r>
            <a:endParaRPr lang="en-US"/>
          </a:p>
        </p:txBody>
      </p:sp>
      <p:sp>
        <p:nvSpPr>
          <p:cNvPr id="22" name="Textplatzhalter 10"/>
          <p:cNvSpPr>
            <a:spLocks noGrp="1"/>
          </p:cNvSpPr>
          <p:nvPr>
            <p:ph type="body" sz="quarter" idx="18"/>
          </p:nvPr>
        </p:nvSpPr>
        <p:spPr>
          <a:xfrm>
            <a:off x="1818000" y="2703823"/>
            <a:ext cx="5936400" cy="818802"/>
          </a:xfrm>
        </p:spPr>
        <p:txBody>
          <a:bodyPr anchor="ctr"/>
          <a:lstStyle>
            <a:lvl1pPr marL="0" indent="0">
              <a:buNone/>
              <a:defRPr sz="14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Textmasterformat bearbeiten</a:t>
            </a:r>
          </a:p>
        </p:txBody>
      </p:sp>
      <p:sp>
        <p:nvSpPr>
          <p:cNvPr id="23" name="Bildplatzhalter 7"/>
          <p:cNvSpPr>
            <a:spLocks noGrp="1" noChangeAspect="1"/>
          </p:cNvSpPr>
          <p:nvPr>
            <p:ph type="pic" sz="quarter" idx="19"/>
          </p:nvPr>
        </p:nvSpPr>
        <p:spPr>
          <a:xfrm>
            <a:off x="482226" y="3996000"/>
            <a:ext cx="1080000" cy="1080000"/>
          </a:xfrm>
          <a:prstGeom prst="ellipse">
            <a:avLst/>
          </a:prstGeom>
          <a:solidFill>
            <a:schemeClr val="bg1">
              <a:lumMod val="95000"/>
            </a:schemeClr>
          </a:solidFill>
        </p:spPr>
        <p:txBody>
          <a:bodyPr tIns="0"/>
          <a:lstStyle>
            <a:lvl1pPr marL="0" indent="0" algn="ctr">
              <a:buNone/>
              <a:defRPr sz="1200"/>
            </a:lvl1pPr>
          </a:lstStyle>
          <a:p>
            <a:r>
              <a:rPr lang="de-DE"/>
              <a:t>Bild durch Klicken auf Symbol hinzufügen</a:t>
            </a:r>
            <a:endParaRPr lang="en-US"/>
          </a:p>
        </p:txBody>
      </p:sp>
      <p:sp>
        <p:nvSpPr>
          <p:cNvPr id="24" name="Textplatzhalter 10"/>
          <p:cNvSpPr>
            <a:spLocks noGrp="1"/>
          </p:cNvSpPr>
          <p:nvPr>
            <p:ph type="body" sz="quarter" idx="20"/>
          </p:nvPr>
        </p:nvSpPr>
        <p:spPr>
          <a:xfrm>
            <a:off x="1818000" y="4126599"/>
            <a:ext cx="5936400" cy="818802"/>
          </a:xfrm>
        </p:spPr>
        <p:txBody>
          <a:bodyPr anchor="ctr"/>
          <a:lstStyle>
            <a:lvl1pPr marL="0" indent="0">
              <a:buNone/>
              <a:defRPr sz="14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Textmasterformat bearbeiten</a:t>
            </a:r>
          </a:p>
        </p:txBody>
      </p:sp>
      <p:sp>
        <p:nvSpPr>
          <p:cNvPr id="6" name="Titel 5"/>
          <p:cNvSpPr>
            <a:spLocks noGrp="1"/>
          </p:cNvSpPr>
          <p:nvPr>
            <p:ph type="title"/>
          </p:nvPr>
        </p:nvSpPr>
        <p:spPr/>
        <p:txBody>
          <a:bodyPr/>
          <a:lstStyle/>
          <a:p>
            <a:r>
              <a:rPr lang="de-DE"/>
              <a:t>Titelmasterformat durch Klicken bearbeiten</a:t>
            </a:r>
          </a:p>
        </p:txBody>
      </p:sp>
    </p:spTree>
    <p:extLst>
      <p:ext uri="{BB962C8B-B14F-4D97-AF65-F5344CB8AC3E}">
        <p14:creationId xmlns:p14="http://schemas.microsoft.com/office/powerpoint/2010/main" val="9004424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mit eckigen Bildern">
    <p:spTree>
      <p:nvGrpSpPr>
        <p:cNvPr id="1" name=""/>
        <p:cNvGrpSpPr/>
        <p:nvPr/>
      </p:nvGrpSpPr>
      <p:grpSpPr>
        <a:xfrm>
          <a:off x="0" y="0"/>
          <a:ext cx="0" cy="0"/>
          <a:chOff x="0" y="0"/>
          <a:chExt cx="0" cy="0"/>
        </a:xfrm>
      </p:grpSpPr>
      <p:sp>
        <p:nvSpPr>
          <p:cNvPr id="8" name="Bildplatzhalter 7"/>
          <p:cNvSpPr>
            <a:spLocks noGrp="1"/>
          </p:cNvSpPr>
          <p:nvPr>
            <p:ph type="pic" sz="quarter" idx="14"/>
          </p:nvPr>
        </p:nvSpPr>
        <p:spPr>
          <a:xfrm>
            <a:off x="476250" y="1115373"/>
            <a:ext cx="1440000" cy="1080000"/>
          </a:xfrm>
          <a:prstGeom prst="rect">
            <a:avLst/>
          </a:prstGeom>
          <a:solidFill>
            <a:schemeClr val="bg1">
              <a:lumMod val="95000"/>
            </a:schemeClr>
          </a:solidFill>
        </p:spPr>
        <p:txBody>
          <a:bodyPr tIns="0"/>
          <a:lstStyle>
            <a:lvl1pPr marL="0" indent="0" algn="ctr">
              <a:buNone/>
              <a:defRPr sz="1200"/>
            </a:lvl1pPr>
          </a:lstStyle>
          <a:p>
            <a:r>
              <a:rPr lang="de-DE"/>
              <a:t>Bild durch Klicken auf Symbol hinzufügen</a:t>
            </a:r>
            <a:endParaRPr lang="en-US"/>
          </a:p>
        </p:txBody>
      </p:sp>
      <p:sp>
        <p:nvSpPr>
          <p:cNvPr id="13" name="Bildplatzhalter 7"/>
          <p:cNvSpPr>
            <a:spLocks noGrp="1"/>
          </p:cNvSpPr>
          <p:nvPr>
            <p:ph type="pic" sz="quarter" idx="21"/>
          </p:nvPr>
        </p:nvSpPr>
        <p:spPr>
          <a:xfrm>
            <a:off x="476250" y="2576311"/>
            <a:ext cx="1440000" cy="1080000"/>
          </a:xfrm>
          <a:prstGeom prst="rect">
            <a:avLst/>
          </a:prstGeom>
          <a:solidFill>
            <a:schemeClr val="bg1">
              <a:lumMod val="95000"/>
            </a:schemeClr>
          </a:solidFill>
        </p:spPr>
        <p:txBody>
          <a:bodyPr tIns="0"/>
          <a:lstStyle>
            <a:lvl1pPr marL="0" indent="0" algn="ctr">
              <a:buNone/>
              <a:defRPr sz="1200"/>
            </a:lvl1pPr>
          </a:lstStyle>
          <a:p>
            <a:r>
              <a:rPr lang="de-DE"/>
              <a:t>Bild durch Klicken auf Symbol hinzufügen</a:t>
            </a:r>
            <a:endParaRPr lang="en-US"/>
          </a:p>
        </p:txBody>
      </p:sp>
      <p:sp>
        <p:nvSpPr>
          <p:cNvPr id="15" name="Bildplatzhalter 7"/>
          <p:cNvSpPr>
            <a:spLocks noGrp="1"/>
          </p:cNvSpPr>
          <p:nvPr>
            <p:ph type="pic" sz="quarter" idx="23"/>
          </p:nvPr>
        </p:nvSpPr>
        <p:spPr>
          <a:xfrm>
            <a:off x="476250" y="4007159"/>
            <a:ext cx="1440000" cy="1080000"/>
          </a:xfrm>
          <a:prstGeom prst="rect">
            <a:avLst/>
          </a:prstGeom>
          <a:solidFill>
            <a:schemeClr val="bg1">
              <a:lumMod val="95000"/>
            </a:schemeClr>
          </a:solidFill>
        </p:spPr>
        <p:txBody>
          <a:bodyPr tIns="0"/>
          <a:lstStyle>
            <a:lvl1pPr marL="0" indent="0" algn="ctr">
              <a:buNone/>
              <a:defRPr sz="1200"/>
            </a:lvl1pPr>
          </a:lstStyle>
          <a:p>
            <a:r>
              <a:rPr lang="de-DE"/>
              <a:t>Bild durch Klicken auf Symbol hinzufügen</a:t>
            </a:r>
            <a:endParaRPr lang="en-US"/>
          </a:p>
        </p:txBody>
      </p:sp>
      <p:sp>
        <p:nvSpPr>
          <p:cNvPr id="3" name="Datumsplatzhalter 2"/>
          <p:cNvSpPr>
            <a:spLocks noGrp="1"/>
          </p:cNvSpPr>
          <p:nvPr>
            <p:ph type="dt" sz="half" idx="10"/>
          </p:nvPr>
        </p:nvSpPr>
        <p:spPr/>
        <p:txBody>
          <a:bodyPr/>
          <a:lstStyle/>
          <a:p>
            <a:fld id="{2B20E395-5488-4318-8290-BE4ECAE1F5CD}" type="datetime1">
              <a:rPr lang="de-DE" smtClean="0"/>
              <a:t>23.02.2026</a:t>
            </a:fld>
            <a:endParaRPr lang="de-DE" dirty="0"/>
          </a:p>
        </p:txBody>
      </p:sp>
      <p:sp>
        <p:nvSpPr>
          <p:cNvPr id="4" name="Fußzeilenplatzhalter 3"/>
          <p:cNvSpPr>
            <a:spLocks noGrp="1"/>
          </p:cNvSpPr>
          <p:nvPr>
            <p:ph type="ftr" sz="quarter" idx="11"/>
          </p:nvPr>
        </p:nvSpPr>
        <p:spPr/>
        <p:txBody>
          <a:bodyPr/>
          <a:lstStyle/>
          <a:p>
            <a:r>
              <a:rPr lang="de-DE"/>
              <a:t>University of Stuttgart, IAS</a:t>
            </a:r>
            <a:endParaRPr lang="de-DE" dirty="0"/>
          </a:p>
        </p:txBody>
      </p:sp>
      <p:sp>
        <p:nvSpPr>
          <p:cNvPr id="5" name="Foliennummernplatzhalter 4"/>
          <p:cNvSpPr>
            <a:spLocks noGrp="1"/>
          </p:cNvSpPr>
          <p:nvPr>
            <p:ph type="sldNum" sz="quarter" idx="12"/>
          </p:nvPr>
        </p:nvSpPr>
        <p:spPr/>
        <p:txBody>
          <a:bodyPr/>
          <a:lstStyle/>
          <a:p>
            <a:fld id="{9E82CC3C-1DC0-4FDA-9590-6CC506AB67F8}" type="slidenum">
              <a:rPr lang="de-DE" smtClean="0"/>
              <a:pPr/>
              <a:t>‹#›</a:t>
            </a:fld>
            <a:endParaRPr lang="de-DE" dirty="0"/>
          </a:p>
        </p:txBody>
      </p:sp>
      <p:sp>
        <p:nvSpPr>
          <p:cNvPr id="12" name="Textplatzhalter 10"/>
          <p:cNvSpPr>
            <a:spLocks noGrp="1"/>
          </p:cNvSpPr>
          <p:nvPr>
            <p:ph type="body" sz="quarter" idx="16"/>
          </p:nvPr>
        </p:nvSpPr>
        <p:spPr>
          <a:xfrm>
            <a:off x="2144110" y="1245972"/>
            <a:ext cx="5610290" cy="818802"/>
          </a:xfrm>
        </p:spPr>
        <p:txBody>
          <a:bodyPr anchor="ctr"/>
          <a:lstStyle>
            <a:lvl1pPr marL="0" indent="0">
              <a:buNone/>
              <a:defRPr sz="14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Textmasterformat bearbeiten</a:t>
            </a:r>
          </a:p>
        </p:txBody>
      </p:sp>
      <p:sp>
        <p:nvSpPr>
          <p:cNvPr id="14" name="Textplatzhalter 10"/>
          <p:cNvSpPr>
            <a:spLocks noGrp="1"/>
          </p:cNvSpPr>
          <p:nvPr>
            <p:ph type="body" sz="quarter" idx="22"/>
          </p:nvPr>
        </p:nvSpPr>
        <p:spPr>
          <a:xfrm>
            <a:off x="2144110" y="2706910"/>
            <a:ext cx="5610290" cy="818802"/>
          </a:xfrm>
        </p:spPr>
        <p:txBody>
          <a:bodyPr anchor="ctr"/>
          <a:lstStyle>
            <a:lvl1pPr marL="0" indent="0">
              <a:buNone/>
              <a:defRPr sz="14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Textmasterformat bearbeiten</a:t>
            </a:r>
          </a:p>
        </p:txBody>
      </p:sp>
      <p:sp>
        <p:nvSpPr>
          <p:cNvPr id="16" name="Textplatzhalter 10"/>
          <p:cNvSpPr>
            <a:spLocks noGrp="1"/>
          </p:cNvSpPr>
          <p:nvPr>
            <p:ph type="body" sz="quarter" idx="24"/>
          </p:nvPr>
        </p:nvSpPr>
        <p:spPr>
          <a:xfrm>
            <a:off x="2144110" y="4137758"/>
            <a:ext cx="5610290" cy="818802"/>
          </a:xfrm>
        </p:spPr>
        <p:txBody>
          <a:bodyPr anchor="ctr"/>
          <a:lstStyle>
            <a:lvl1pPr marL="0" indent="0">
              <a:buNone/>
              <a:defRPr sz="1400" b="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Textmasterformat bearbeiten</a:t>
            </a:r>
          </a:p>
        </p:txBody>
      </p:sp>
      <p:sp>
        <p:nvSpPr>
          <p:cNvPr id="6" name="Titel 5"/>
          <p:cNvSpPr>
            <a:spLocks noGrp="1"/>
          </p:cNvSpPr>
          <p:nvPr>
            <p:ph type="title"/>
          </p:nvPr>
        </p:nvSpPr>
        <p:spPr/>
        <p:txBody>
          <a:bodyPr/>
          <a:lstStyle/>
          <a:p>
            <a:r>
              <a:rPr lang="de-DE"/>
              <a:t>Titelmasterformat durch Klicken bearbeiten</a:t>
            </a:r>
          </a:p>
        </p:txBody>
      </p:sp>
    </p:spTree>
    <p:extLst>
      <p:ext uri="{BB962C8B-B14F-4D97-AF65-F5344CB8AC3E}">
        <p14:creationId xmlns:p14="http://schemas.microsoft.com/office/powerpoint/2010/main" val="26219553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Personen">
    <p:spTree>
      <p:nvGrpSpPr>
        <p:cNvPr id="1" name=""/>
        <p:cNvGrpSpPr/>
        <p:nvPr/>
      </p:nvGrpSpPr>
      <p:grpSpPr>
        <a:xfrm>
          <a:off x="0" y="0"/>
          <a:ext cx="0" cy="0"/>
          <a:chOff x="0" y="0"/>
          <a:chExt cx="0" cy="0"/>
        </a:xfrm>
      </p:grpSpPr>
      <p:sp>
        <p:nvSpPr>
          <p:cNvPr id="9" name="Rechteck 8"/>
          <p:cNvSpPr/>
          <p:nvPr userDrawn="1"/>
        </p:nvSpPr>
        <p:spPr>
          <a:xfrm>
            <a:off x="468370" y="2315783"/>
            <a:ext cx="2814039" cy="277532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 name="Datumsplatzhalter 2"/>
          <p:cNvSpPr>
            <a:spLocks noGrp="1"/>
          </p:cNvSpPr>
          <p:nvPr>
            <p:ph type="dt" sz="half" idx="10"/>
          </p:nvPr>
        </p:nvSpPr>
        <p:spPr/>
        <p:txBody>
          <a:bodyPr/>
          <a:lstStyle/>
          <a:p>
            <a:fld id="{E9B25436-EEA4-47E7-B37D-14DD840FAF21}" type="datetime1">
              <a:rPr lang="de-DE" smtClean="0"/>
              <a:t>23.02.2026</a:t>
            </a:fld>
            <a:endParaRPr lang="de-DE" dirty="0"/>
          </a:p>
        </p:txBody>
      </p:sp>
      <p:sp>
        <p:nvSpPr>
          <p:cNvPr id="4" name="Fußzeilenplatzhalter 3"/>
          <p:cNvSpPr>
            <a:spLocks noGrp="1"/>
          </p:cNvSpPr>
          <p:nvPr>
            <p:ph type="ftr" sz="quarter" idx="11"/>
          </p:nvPr>
        </p:nvSpPr>
        <p:spPr/>
        <p:txBody>
          <a:bodyPr/>
          <a:lstStyle/>
          <a:p>
            <a:r>
              <a:rPr lang="de-DE"/>
              <a:t>University of Stuttgart, IAS</a:t>
            </a:r>
            <a:endParaRPr lang="de-DE" dirty="0"/>
          </a:p>
        </p:txBody>
      </p:sp>
      <p:sp>
        <p:nvSpPr>
          <p:cNvPr id="5" name="Foliennummernplatzhalter 4"/>
          <p:cNvSpPr>
            <a:spLocks noGrp="1"/>
          </p:cNvSpPr>
          <p:nvPr>
            <p:ph type="sldNum" sz="quarter" idx="12"/>
          </p:nvPr>
        </p:nvSpPr>
        <p:spPr/>
        <p:txBody>
          <a:bodyPr/>
          <a:lstStyle/>
          <a:p>
            <a:fld id="{9E82CC3C-1DC0-4FDA-9590-6CC506AB67F8}" type="slidenum">
              <a:rPr lang="de-DE" smtClean="0"/>
              <a:pPr/>
              <a:t>‹#›</a:t>
            </a:fld>
            <a:endParaRPr lang="de-DE" dirty="0"/>
          </a:p>
        </p:txBody>
      </p:sp>
      <p:sp>
        <p:nvSpPr>
          <p:cNvPr id="6" name="Textplatzhalter 7"/>
          <p:cNvSpPr>
            <a:spLocks noGrp="1"/>
          </p:cNvSpPr>
          <p:nvPr>
            <p:ph type="body" sz="quarter" idx="13" hasCustomPrompt="1"/>
          </p:nvPr>
        </p:nvSpPr>
        <p:spPr>
          <a:xfrm>
            <a:off x="468000" y="716400"/>
            <a:ext cx="8208000" cy="276225"/>
          </a:xfrm>
        </p:spPr>
        <p:txBody>
          <a:bodyPr lIns="0" tIns="0" rIns="0" bIns="0"/>
          <a:lstStyle>
            <a:lvl1pPr marL="0" indent="0">
              <a:buNone/>
              <a:defRPr sz="1800" baseline="0"/>
            </a:lvl1pPr>
          </a:lstStyle>
          <a:p>
            <a:pPr lvl="0"/>
            <a:r>
              <a:rPr lang="de-DE" dirty="0"/>
              <a:t>Untertitel durch Klicken bearbeiten</a:t>
            </a:r>
          </a:p>
        </p:txBody>
      </p:sp>
      <p:sp>
        <p:nvSpPr>
          <p:cNvPr id="8" name="Bildplatzhalter 7"/>
          <p:cNvSpPr>
            <a:spLocks noGrp="1" noChangeAspect="1"/>
          </p:cNvSpPr>
          <p:nvPr>
            <p:ph type="pic" sz="quarter" idx="14"/>
          </p:nvPr>
        </p:nvSpPr>
        <p:spPr>
          <a:xfrm>
            <a:off x="1169244" y="1587600"/>
            <a:ext cx="1440000" cy="1440000"/>
          </a:xfrm>
          <a:prstGeom prst="ellipse">
            <a:avLst/>
          </a:prstGeom>
          <a:solidFill>
            <a:schemeClr val="bg1">
              <a:lumMod val="95000"/>
            </a:schemeClr>
          </a:solidFill>
        </p:spPr>
        <p:txBody>
          <a:bodyPr tIns="0"/>
          <a:lstStyle>
            <a:lvl1pPr marL="0" indent="0" algn="ctr">
              <a:buNone/>
              <a:defRPr sz="1200"/>
            </a:lvl1pPr>
          </a:lstStyle>
          <a:p>
            <a:r>
              <a:rPr lang="de-DE"/>
              <a:t>Bild durch Klicken auf Symbol hinzufügen</a:t>
            </a:r>
            <a:endParaRPr lang="en-US"/>
          </a:p>
        </p:txBody>
      </p:sp>
      <p:sp>
        <p:nvSpPr>
          <p:cNvPr id="11" name="Textplatzhalter 10"/>
          <p:cNvSpPr>
            <a:spLocks noGrp="1"/>
          </p:cNvSpPr>
          <p:nvPr>
            <p:ph type="body" sz="quarter" idx="15" hasCustomPrompt="1"/>
          </p:nvPr>
        </p:nvSpPr>
        <p:spPr>
          <a:xfrm>
            <a:off x="720000" y="3214800"/>
            <a:ext cx="2340290" cy="252000"/>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12" name="Textplatzhalter 10"/>
          <p:cNvSpPr>
            <a:spLocks noGrp="1"/>
          </p:cNvSpPr>
          <p:nvPr>
            <p:ph type="body" sz="quarter" idx="16" hasCustomPrompt="1"/>
          </p:nvPr>
        </p:nvSpPr>
        <p:spPr>
          <a:xfrm>
            <a:off x="720000" y="3600000"/>
            <a:ext cx="2340290" cy="1194250"/>
          </a:xfrm>
        </p:spPr>
        <p:txBody>
          <a:bodyPr/>
          <a:lstStyle>
            <a:lvl1pPr marL="0" indent="0">
              <a:spcBef>
                <a:spcPts val="1200"/>
              </a:spcBef>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21" name="Rechteck 20"/>
          <p:cNvSpPr/>
          <p:nvPr userDrawn="1"/>
        </p:nvSpPr>
        <p:spPr>
          <a:xfrm>
            <a:off x="3896476" y="2315783"/>
            <a:ext cx="2814039" cy="277532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2" name="Bildplatzhalter 7"/>
          <p:cNvSpPr>
            <a:spLocks noGrp="1" noChangeAspect="1"/>
          </p:cNvSpPr>
          <p:nvPr>
            <p:ph type="pic" sz="quarter" idx="17"/>
          </p:nvPr>
        </p:nvSpPr>
        <p:spPr>
          <a:xfrm>
            <a:off x="4583495" y="1587600"/>
            <a:ext cx="1440000" cy="1440000"/>
          </a:xfrm>
          <a:prstGeom prst="ellipse">
            <a:avLst/>
          </a:prstGeom>
          <a:solidFill>
            <a:schemeClr val="bg1">
              <a:lumMod val="95000"/>
            </a:schemeClr>
          </a:solidFill>
        </p:spPr>
        <p:txBody>
          <a:bodyPr tIns="0"/>
          <a:lstStyle>
            <a:lvl1pPr marL="0" indent="0" algn="ctr">
              <a:buNone/>
              <a:defRPr sz="1200"/>
            </a:lvl1pPr>
          </a:lstStyle>
          <a:p>
            <a:r>
              <a:rPr lang="de-DE"/>
              <a:t>Bild durch Klicken auf Symbol hinzufügen</a:t>
            </a:r>
            <a:endParaRPr lang="en-US"/>
          </a:p>
        </p:txBody>
      </p:sp>
      <p:sp>
        <p:nvSpPr>
          <p:cNvPr id="23" name="Textplatzhalter 10"/>
          <p:cNvSpPr>
            <a:spLocks noGrp="1"/>
          </p:cNvSpPr>
          <p:nvPr>
            <p:ph type="body" sz="quarter" idx="18" hasCustomPrompt="1"/>
          </p:nvPr>
        </p:nvSpPr>
        <p:spPr>
          <a:xfrm>
            <a:off x="4134251" y="3214800"/>
            <a:ext cx="2340290" cy="252000"/>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24" name="Textplatzhalter 10"/>
          <p:cNvSpPr>
            <a:spLocks noGrp="1"/>
          </p:cNvSpPr>
          <p:nvPr>
            <p:ph type="body" sz="quarter" idx="19" hasCustomPrompt="1"/>
          </p:nvPr>
        </p:nvSpPr>
        <p:spPr>
          <a:xfrm>
            <a:off x="4134251" y="3600000"/>
            <a:ext cx="2340290" cy="1194250"/>
          </a:xfrm>
        </p:spPr>
        <p:txBody>
          <a:bodyPr/>
          <a:lstStyle>
            <a:lvl1pPr marL="0" indent="0">
              <a:spcBef>
                <a:spcPts val="1200"/>
              </a:spcBef>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7" name="Titel 6"/>
          <p:cNvSpPr>
            <a:spLocks noGrp="1"/>
          </p:cNvSpPr>
          <p:nvPr>
            <p:ph type="title"/>
          </p:nvPr>
        </p:nvSpPr>
        <p:spPr/>
        <p:txBody>
          <a:bodyPr/>
          <a:lstStyle/>
          <a:p>
            <a:r>
              <a:rPr lang="de-DE"/>
              <a:t>Titelmasterformat durch Klicken bearbeiten</a:t>
            </a:r>
          </a:p>
        </p:txBody>
      </p:sp>
    </p:spTree>
    <p:extLst>
      <p:ext uri="{BB962C8B-B14F-4D97-AF65-F5344CB8AC3E}">
        <p14:creationId xmlns:p14="http://schemas.microsoft.com/office/powerpoint/2010/main" val="25383625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Personen">
    <p:spTree>
      <p:nvGrpSpPr>
        <p:cNvPr id="1" name=""/>
        <p:cNvGrpSpPr/>
        <p:nvPr/>
      </p:nvGrpSpPr>
      <p:grpSpPr>
        <a:xfrm>
          <a:off x="0" y="0"/>
          <a:ext cx="0" cy="0"/>
          <a:chOff x="0" y="0"/>
          <a:chExt cx="0" cy="0"/>
        </a:xfrm>
      </p:grpSpPr>
      <p:sp>
        <p:nvSpPr>
          <p:cNvPr id="9" name="Rechteck 8"/>
          <p:cNvSpPr/>
          <p:nvPr userDrawn="1"/>
        </p:nvSpPr>
        <p:spPr>
          <a:xfrm>
            <a:off x="468371" y="2315783"/>
            <a:ext cx="2520000" cy="277532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 name="Datumsplatzhalter 2"/>
          <p:cNvSpPr>
            <a:spLocks noGrp="1"/>
          </p:cNvSpPr>
          <p:nvPr>
            <p:ph type="dt" sz="half" idx="10"/>
          </p:nvPr>
        </p:nvSpPr>
        <p:spPr/>
        <p:txBody>
          <a:bodyPr/>
          <a:lstStyle/>
          <a:p>
            <a:fld id="{10C020D3-AD77-4EFD-B2AD-421A35C17F0D}" type="datetime1">
              <a:rPr lang="de-DE" smtClean="0"/>
              <a:t>23.02.2026</a:t>
            </a:fld>
            <a:endParaRPr lang="de-DE" dirty="0"/>
          </a:p>
        </p:txBody>
      </p:sp>
      <p:sp>
        <p:nvSpPr>
          <p:cNvPr id="4" name="Fußzeilenplatzhalter 3"/>
          <p:cNvSpPr>
            <a:spLocks noGrp="1"/>
          </p:cNvSpPr>
          <p:nvPr>
            <p:ph type="ftr" sz="quarter" idx="11"/>
          </p:nvPr>
        </p:nvSpPr>
        <p:spPr/>
        <p:txBody>
          <a:bodyPr/>
          <a:lstStyle/>
          <a:p>
            <a:r>
              <a:rPr lang="de-DE"/>
              <a:t>University of Stuttgart, IAS</a:t>
            </a:r>
            <a:endParaRPr lang="de-DE" dirty="0"/>
          </a:p>
        </p:txBody>
      </p:sp>
      <p:sp>
        <p:nvSpPr>
          <p:cNvPr id="5" name="Foliennummernplatzhalter 4"/>
          <p:cNvSpPr>
            <a:spLocks noGrp="1"/>
          </p:cNvSpPr>
          <p:nvPr>
            <p:ph type="sldNum" sz="quarter" idx="12"/>
          </p:nvPr>
        </p:nvSpPr>
        <p:spPr/>
        <p:txBody>
          <a:bodyPr/>
          <a:lstStyle/>
          <a:p>
            <a:fld id="{9E82CC3C-1DC0-4FDA-9590-6CC506AB67F8}" type="slidenum">
              <a:rPr lang="de-DE" smtClean="0"/>
              <a:pPr/>
              <a:t>‹#›</a:t>
            </a:fld>
            <a:endParaRPr lang="de-DE" dirty="0"/>
          </a:p>
        </p:txBody>
      </p:sp>
      <p:sp>
        <p:nvSpPr>
          <p:cNvPr id="6" name="Textplatzhalter 7"/>
          <p:cNvSpPr>
            <a:spLocks noGrp="1"/>
          </p:cNvSpPr>
          <p:nvPr>
            <p:ph type="body" sz="quarter" idx="13" hasCustomPrompt="1"/>
          </p:nvPr>
        </p:nvSpPr>
        <p:spPr>
          <a:xfrm>
            <a:off x="468000" y="716400"/>
            <a:ext cx="8208000" cy="276225"/>
          </a:xfrm>
        </p:spPr>
        <p:txBody>
          <a:bodyPr lIns="0" tIns="0" rIns="0" bIns="0"/>
          <a:lstStyle>
            <a:lvl1pPr marL="0" indent="0">
              <a:buNone/>
              <a:defRPr sz="1800" baseline="0"/>
            </a:lvl1pPr>
          </a:lstStyle>
          <a:p>
            <a:pPr lvl="0"/>
            <a:r>
              <a:rPr lang="de-DE" dirty="0"/>
              <a:t>Untertitel durch Klicken bearbeiten</a:t>
            </a:r>
          </a:p>
        </p:txBody>
      </p:sp>
      <p:sp>
        <p:nvSpPr>
          <p:cNvPr id="8" name="Bildplatzhalter 7"/>
          <p:cNvSpPr>
            <a:spLocks noGrp="1" noChangeAspect="1"/>
          </p:cNvSpPr>
          <p:nvPr>
            <p:ph type="pic" sz="quarter" idx="14"/>
          </p:nvPr>
        </p:nvSpPr>
        <p:spPr>
          <a:xfrm>
            <a:off x="1022226" y="1587600"/>
            <a:ext cx="1440000" cy="1440000"/>
          </a:xfrm>
          <a:prstGeom prst="ellipse">
            <a:avLst/>
          </a:prstGeom>
          <a:solidFill>
            <a:schemeClr val="bg1">
              <a:lumMod val="95000"/>
            </a:schemeClr>
          </a:solidFill>
        </p:spPr>
        <p:txBody>
          <a:bodyPr tIns="0"/>
          <a:lstStyle>
            <a:lvl1pPr marL="0" indent="0" algn="ctr">
              <a:buNone/>
              <a:defRPr sz="1200"/>
            </a:lvl1pPr>
          </a:lstStyle>
          <a:p>
            <a:r>
              <a:rPr lang="de-DE"/>
              <a:t>Bild durch Klicken auf Symbol hinzufügen</a:t>
            </a:r>
            <a:endParaRPr lang="en-US"/>
          </a:p>
        </p:txBody>
      </p:sp>
      <p:sp>
        <p:nvSpPr>
          <p:cNvPr id="11" name="Textplatzhalter 10"/>
          <p:cNvSpPr>
            <a:spLocks noGrp="1"/>
          </p:cNvSpPr>
          <p:nvPr>
            <p:ph type="body" sz="quarter" idx="15" hasCustomPrompt="1"/>
          </p:nvPr>
        </p:nvSpPr>
        <p:spPr>
          <a:xfrm>
            <a:off x="720000" y="3214800"/>
            <a:ext cx="2160000" cy="252000"/>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12" name="Textplatzhalter 10"/>
          <p:cNvSpPr>
            <a:spLocks noGrp="1"/>
          </p:cNvSpPr>
          <p:nvPr>
            <p:ph type="body" sz="quarter" idx="16" hasCustomPrompt="1"/>
          </p:nvPr>
        </p:nvSpPr>
        <p:spPr>
          <a:xfrm>
            <a:off x="720000" y="3600000"/>
            <a:ext cx="2160000" cy="1194250"/>
          </a:xfrm>
        </p:spPr>
        <p:txBody>
          <a:bodyPr/>
          <a:lstStyle>
            <a:lvl1pPr marL="0" indent="0">
              <a:spcBef>
                <a:spcPts val="1200"/>
              </a:spcBef>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13" name="Rechteck 12"/>
          <p:cNvSpPr/>
          <p:nvPr userDrawn="1"/>
        </p:nvSpPr>
        <p:spPr>
          <a:xfrm>
            <a:off x="3318957" y="2315783"/>
            <a:ext cx="2520000" cy="277532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4" name="Bildplatzhalter 7"/>
          <p:cNvSpPr>
            <a:spLocks noGrp="1" noChangeAspect="1"/>
          </p:cNvSpPr>
          <p:nvPr>
            <p:ph type="pic" sz="quarter" idx="17"/>
          </p:nvPr>
        </p:nvSpPr>
        <p:spPr>
          <a:xfrm>
            <a:off x="3858957" y="1587600"/>
            <a:ext cx="1440000" cy="1440000"/>
          </a:xfrm>
          <a:prstGeom prst="ellipse">
            <a:avLst/>
          </a:prstGeom>
          <a:solidFill>
            <a:schemeClr val="bg1">
              <a:lumMod val="95000"/>
            </a:schemeClr>
          </a:solidFill>
        </p:spPr>
        <p:txBody>
          <a:bodyPr tIns="0"/>
          <a:lstStyle>
            <a:lvl1pPr marL="0" indent="0" algn="ctr">
              <a:buNone/>
              <a:defRPr sz="1200"/>
            </a:lvl1pPr>
          </a:lstStyle>
          <a:p>
            <a:r>
              <a:rPr lang="de-DE"/>
              <a:t>Bild durch Klicken auf Symbol hinzufügen</a:t>
            </a:r>
            <a:endParaRPr lang="en-US"/>
          </a:p>
        </p:txBody>
      </p:sp>
      <p:sp>
        <p:nvSpPr>
          <p:cNvPr id="15" name="Textplatzhalter 10"/>
          <p:cNvSpPr>
            <a:spLocks noGrp="1"/>
          </p:cNvSpPr>
          <p:nvPr>
            <p:ph type="body" sz="quarter" idx="18" hasCustomPrompt="1"/>
          </p:nvPr>
        </p:nvSpPr>
        <p:spPr>
          <a:xfrm>
            <a:off x="3556731" y="3214800"/>
            <a:ext cx="2160000" cy="252000"/>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16" name="Textplatzhalter 10"/>
          <p:cNvSpPr>
            <a:spLocks noGrp="1"/>
          </p:cNvSpPr>
          <p:nvPr>
            <p:ph type="body" sz="quarter" idx="19" hasCustomPrompt="1"/>
          </p:nvPr>
        </p:nvSpPr>
        <p:spPr>
          <a:xfrm>
            <a:off x="3556731" y="3600000"/>
            <a:ext cx="2160000" cy="1194250"/>
          </a:xfrm>
        </p:spPr>
        <p:txBody>
          <a:bodyPr/>
          <a:lstStyle>
            <a:lvl1pPr marL="0" indent="0">
              <a:spcBef>
                <a:spcPts val="1200"/>
              </a:spcBef>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17" name="Rechteck 16"/>
          <p:cNvSpPr/>
          <p:nvPr userDrawn="1"/>
        </p:nvSpPr>
        <p:spPr>
          <a:xfrm>
            <a:off x="6155688" y="2315783"/>
            <a:ext cx="2520000" cy="277532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8" name="Bildplatzhalter 7"/>
          <p:cNvSpPr>
            <a:spLocks noGrp="1" noChangeAspect="1"/>
          </p:cNvSpPr>
          <p:nvPr>
            <p:ph type="pic" sz="quarter" idx="20"/>
          </p:nvPr>
        </p:nvSpPr>
        <p:spPr>
          <a:xfrm>
            <a:off x="6695688" y="1587600"/>
            <a:ext cx="1440000" cy="1440000"/>
          </a:xfrm>
          <a:prstGeom prst="ellipse">
            <a:avLst/>
          </a:prstGeom>
          <a:solidFill>
            <a:schemeClr val="bg1">
              <a:lumMod val="95000"/>
            </a:schemeClr>
          </a:solidFill>
        </p:spPr>
        <p:txBody>
          <a:bodyPr tIns="0"/>
          <a:lstStyle>
            <a:lvl1pPr marL="0" indent="0" algn="ctr">
              <a:buNone/>
              <a:defRPr sz="1200"/>
            </a:lvl1pPr>
          </a:lstStyle>
          <a:p>
            <a:r>
              <a:rPr lang="de-DE"/>
              <a:t>Bild durch Klicken auf Symbol hinzufügen</a:t>
            </a:r>
            <a:endParaRPr lang="en-US"/>
          </a:p>
        </p:txBody>
      </p:sp>
      <p:sp>
        <p:nvSpPr>
          <p:cNvPr id="19" name="Textplatzhalter 10"/>
          <p:cNvSpPr>
            <a:spLocks noGrp="1"/>
          </p:cNvSpPr>
          <p:nvPr>
            <p:ph type="body" sz="quarter" idx="21" hasCustomPrompt="1"/>
          </p:nvPr>
        </p:nvSpPr>
        <p:spPr>
          <a:xfrm>
            <a:off x="6393462" y="3214800"/>
            <a:ext cx="2160000" cy="252000"/>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20" name="Textplatzhalter 10"/>
          <p:cNvSpPr>
            <a:spLocks noGrp="1"/>
          </p:cNvSpPr>
          <p:nvPr>
            <p:ph type="body" sz="quarter" idx="22" hasCustomPrompt="1"/>
          </p:nvPr>
        </p:nvSpPr>
        <p:spPr>
          <a:xfrm>
            <a:off x="6393462" y="3600000"/>
            <a:ext cx="2160000" cy="1194250"/>
          </a:xfrm>
        </p:spPr>
        <p:txBody>
          <a:bodyPr/>
          <a:lstStyle>
            <a:lvl1pPr marL="0" indent="0">
              <a:spcBef>
                <a:spcPts val="1200"/>
              </a:spcBef>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7" name="Titel 6"/>
          <p:cNvSpPr>
            <a:spLocks noGrp="1"/>
          </p:cNvSpPr>
          <p:nvPr>
            <p:ph type="title"/>
          </p:nvPr>
        </p:nvSpPr>
        <p:spPr/>
        <p:txBody>
          <a:bodyPr/>
          <a:lstStyle/>
          <a:p>
            <a:r>
              <a:rPr lang="de-DE"/>
              <a:t>Titelmasterformat durch Klicken bearbeiten</a:t>
            </a:r>
          </a:p>
        </p:txBody>
      </p:sp>
    </p:spTree>
    <p:extLst>
      <p:ext uri="{BB962C8B-B14F-4D97-AF65-F5344CB8AC3E}">
        <p14:creationId xmlns:p14="http://schemas.microsoft.com/office/powerpoint/2010/main" val="25978097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 Personen">
    <p:spTree>
      <p:nvGrpSpPr>
        <p:cNvPr id="1" name=""/>
        <p:cNvGrpSpPr/>
        <p:nvPr/>
      </p:nvGrpSpPr>
      <p:grpSpPr>
        <a:xfrm>
          <a:off x="0" y="0"/>
          <a:ext cx="0" cy="0"/>
          <a:chOff x="0" y="0"/>
          <a:chExt cx="0" cy="0"/>
        </a:xfrm>
      </p:grpSpPr>
      <p:sp>
        <p:nvSpPr>
          <p:cNvPr id="9" name="Rechteck 8"/>
          <p:cNvSpPr/>
          <p:nvPr userDrawn="1"/>
        </p:nvSpPr>
        <p:spPr>
          <a:xfrm>
            <a:off x="468313" y="2315783"/>
            <a:ext cx="2029913" cy="277374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 name="Datumsplatzhalter 2"/>
          <p:cNvSpPr>
            <a:spLocks noGrp="1"/>
          </p:cNvSpPr>
          <p:nvPr>
            <p:ph type="dt" sz="half" idx="10"/>
          </p:nvPr>
        </p:nvSpPr>
        <p:spPr/>
        <p:txBody>
          <a:bodyPr/>
          <a:lstStyle/>
          <a:p>
            <a:fld id="{B7CEBD93-34FD-468E-9A63-71616909709A}" type="datetime1">
              <a:rPr lang="de-DE" smtClean="0"/>
              <a:t>23.02.2026</a:t>
            </a:fld>
            <a:endParaRPr lang="de-DE" dirty="0"/>
          </a:p>
        </p:txBody>
      </p:sp>
      <p:sp>
        <p:nvSpPr>
          <p:cNvPr id="4" name="Fußzeilenplatzhalter 3"/>
          <p:cNvSpPr>
            <a:spLocks noGrp="1"/>
          </p:cNvSpPr>
          <p:nvPr>
            <p:ph type="ftr" sz="quarter" idx="11"/>
          </p:nvPr>
        </p:nvSpPr>
        <p:spPr/>
        <p:txBody>
          <a:bodyPr/>
          <a:lstStyle/>
          <a:p>
            <a:r>
              <a:rPr lang="de-DE"/>
              <a:t>University of Stuttgart, IAS</a:t>
            </a:r>
            <a:endParaRPr lang="de-DE" dirty="0"/>
          </a:p>
        </p:txBody>
      </p:sp>
      <p:sp>
        <p:nvSpPr>
          <p:cNvPr id="5" name="Foliennummernplatzhalter 4"/>
          <p:cNvSpPr>
            <a:spLocks noGrp="1"/>
          </p:cNvSpPr>
          <p:nvPr>
            <p:ph type="sldNum" sz="quarter" idx="12"/>
          </p:nvPr>
        </p:nvSpPr>
        <p:spPr/>
        <p:txBody>
          <a:bodyPr/>
          <a:lstStyle/>
          <a:p>
            <a:fld id="{9E82CC3C-1DC0-4FDA-9590-6CC506AB67F8}" type="slidenum">
              <a:rPr lang="de-DE" smtClean="0"/>
              <a:pPr/>
              <a:t>‹#›</a:t>
            </a:fld>
            <a:endParaRPr lang="de-DE" dirty="0"/>
          </a:p>
        </p:txBody>
      </p:sp>
      <p:sp>
        <p:nvSpPr>
          <p:cNvPr id="6" name="Textplatzhalter 7"/>
          <p:cNvSpPr>
            <a:spLocks noGrp="1"/>
          </p:cNvSpPr>
          <p:nvPr>
            <p:ph type="body" sz="quarter" idx="13" hasCustomPrompt="1"/>
          </p:nvPr>
        </p:nvSpPr>
        <p:spPr>
          <a:xfrm>
            <a:off x="468000" y="716400"/>
            <a:ext cx="8208000" cy="276225"/>
          </a:xfrm>
        </p:spPr>
        <p:txBody>
          <a:bodyPr lIns="0" tIns="0" rIns="0" bIns="0"/>
          <a:lstStyle>
            <a:lvl1pPr marL="0" indent="0">
              <a:buNone/>
              <a:defRPr sz="1800" baseline="0"/>
            </a:lvl1pPr>
          </a:lstStyle>
          <a:p>
            <a:pPr lvl="0"/>
            <a:r>
              <a:rPr lang="de-DE" dirty="0"/>
              <a:t>Untertitel durch Klicken bearbeiten</a:t>
            </a:r>
          </a:p>
        </p:txBody>
      </p:sp>
      <p:sp>
        <p:nvSpPr>
          <p:cNvPr id="8" name="Bildplatzhalter 7"/>
          <p:cNvSpPr>
            <a:spLocks noGrp="1" noChangeAspect="1"/>
          </p:cNvSpPr>
          <p:nvPr>
            <p:ph type="pic" sz="quarter" idx="14"/>
          </p:nvPr>
        </p:nvSpPr>
        <p:spPr>
          <a:xfrm>
            <a:off x="840865" y="1587600"/>
            <a:ext cx="1298723" cy="1298723"/>
          </a:xfrm>
          <a:prstGeom prst="ellipse">
            <a:avLst/>
          </a:prstGeom>
          <a:solidFill>
            <a:schemeClr val="bg1">
              <a:lumMod val="95000"/>
            </a:schemeClr>
          </a:solidFill>
        </p:spPr>
        <p:txBody>
          <a:bodyPr tIns="0"/>
          <a:lstStyle>
            <a:lvl1pPr marL="0" indent="0" algn="ctr">
              <a:buNone/>
              <a:defRPr sz="1200"/>
            </a:lvl1pPr>
          </a:lstStyle>
          <a:p>
            <a:r>
              <a:rPr lang="de-DE"/>
              <a:t>Bild durch Klicken auf Symbol hinzufügen</a:t>
            </a:r>
            <a:endParaRPr lang="en-US"/>
          </a:p>
        </p:txBody>
      </p:sp>
      <p:sp>
        <p:nvSpPr>
          <p:cNvPr id="11" name="Textplatzhalter 10"/>
          <p:cNvSpPr>
            <a:spLocks noGrp="1"/>
          </p:cNvSpPr>
          <p:nvPr>
            <p:ph type="body" sz="quarter" idx="15" hasCustomPrompt="1"/>
          </p:nvPr>
        </p:nvSpPr>
        <p:spPr>
          <a:xfrm>
            <a:off x="720000" y="3214799"/>
            <a:ext cx="1624994" cy="407775"/>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12" name="Textplatzhalter 10"/>
          <p:cNvSpPr>
            <a:spLocks noGrp="1"/>
          </p:cNvSpPr>
          <p:nvPr>
            <p:ph type="body" sz="quarter" idx="16" hasCustomPrompt="1"/>
          </p:nvPr>
        </p:nvSpPr>
        <p:spPr>
          <a:xfrm>
            <a:off x="720000" y="3809772"/>
            <a:ext cx="1624994" cy="1135960"/>
          </a:xfrm>
        </p:spPr>
        <p:txBody>
          <a:bodyPr/>
          <a:lstStyle>
            <a:lvl1pPr marL="0" indent="0">
              <a:spcBef>
                <a:spcPts val="1200"/>
              </a:spcBef>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24" name="Rechteck 23"/>
          <p:cNvSpPr/>
          <p:nvPr userDrawn="1"/>
        </p:nvSpPr>
        <p:spPr>
          <a:xfrm>
            <a:off x="2545454" y="2315783"/>
            <a:ext cx="2016000" cy="277374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5" name="Bildplatzhalter 7"/>
          <p:cNvSpPr>
            <a:spLocks noGrp="1" noChangeAspect="1"/>
          </p:cNvSpPr>
          <p:nvPr>
            <p:ph type="pic" sz="quarter" idx="17"/>
          </p:nvPr>
        </p:nvSpPr>
        <p:spPr>
          <a:xfrm>
            <a:off x="2904093" y="1587600"/>
            <a:ext cx="1298723" cy="1298723"/>
          </a:xfrm>
          <a:prstGeom prst="ellipse">
            <a:avLst/>
          </a:prstGeom>
          <a:solidFill>
            <a:schemeClr val="bg1">
              <a:lumMod val="95000"/>
            </a:schemeClr>
          </a:solidFill>
        </p:spPr>
        <p:txBody>
          <a:bodyPr tIns="0"/>
          <a:lstStyle>
            <a:lvl1pPr marL="0" indent="0" algn="ctr">
              <a:buNone/>
              <a:defRPr sz="1200"/>
            </a:lvl1pPr>
          </a:lstStyle>
          <a:p>
            <a:r>
              <a:rPr lang="de-DE"/>
              <a:t>Bild durch Klicken auf Symbol hinzufügen</a:t>
            </a:r>
            <a:endParaRPr lang="en-US"/>
          </a:p>
        </p:txBody>
      </p:sp>
      <p:sp>
        <p:nvSpPr>
          <p:cNvPr id="26" name="Textplatzhalter 10"/>
          <p:cNvSpPr>
            <a:spLocks noGrp="1"/>
          </p:cNvSpPr>
          <p:nvPr>
            <p:ph type="body" sz="quarter" idx="18" hasCustomPrompt="1"/>
          </p:nvPr>
        </p:nvSpPr>
        <p:spPr>
          <a:xfrm>
            <a:off x="2779437" y="3214799"/>
            <a:ext cx="1624994" cy="407775"/>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27" name="Textplatzhalter 10"/>
          <p:cNvSpPr>
            <a:spLocks noGrp="1"/>
          </p:cNvSpPr>
          <p:nvPr>
            <p:ph type="body" sz="quarter" idx="19" hasCustomPrompt="1"/>
          </p:nvPr>
        </p:nvSpPr>
        <p:spPr>
          <a:xfrm>
            <a:off x="2779437" y="3809772"/>
            <a:ext cx="1624994" cy="1135960"/>
          </a:xfrm>
        </p:spPr>
        <p:txBody>
          <a:bodyPr/>
          <a:lstStyle>
            <a:lvl1pPr marL="0" indent="0">
              <a:spcBef>
                <a:spcPts val="1200"/>
              </a:spcBef>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28" name="Rechteck 27"/>
          <p:cNvSpPr/>
          <p:nvPr userDrawn="1"/>
        </p:nvSpPr>
        <p:spPr>
          <a:xfrm>
            <a:off x="4608682" y="2315783"/>
            <a:ext cx="2016000" cy="277374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9" name="Bildplatzhalter 7"/>
          <p:cNvSpPr>
            <a:spLocks noGrp="1" noChangeAspect="1"/>
          </p:cNvSpPr>
          <p:nvPr>
            <p:ph type="pic" sz="quarter" idx="20"/>
          </p:nvPr>
        </p:nvSpPr>
        <p:spPr>
          <a:xfrm>
            <a:off x="4967321" y="1587600"/>
            <a:ext cx="1298723" cy="1298723"/>
          </a:xfrm>
          <a:prstGeom prst="ellipse">
            <a:avLst/>
          </a:prstGeom>
          <a:solidFill>
            <a:schemeClr val="bg1">
              <a:lumMod val="95000"/>
            </a:schemeClr>
          </a:solidFill>
        </p:spPr>
        <p:txBody>
          <a:bodyPr tIns="0"/>
          <a:lstStyle>
            <a:lvl1pPr marL="0" indent="0" algn="ctr">
              <a:buNone/>
              <a:defRPr sz="1200"/>
            </a:lvl1pPr>
          </a:lstStyle>
          <a:p>
            <a:r>
              <a:rPr lang="de-DE"/>
              <a:t>Bild durch Klicken auf Symbol hinzufügen</a:t>
            </a:r>
            <a:endParaRPr lang="en-US"/>
          </a:p>
        </p:txBody>
      </p:sp>
      <p:sp>
        <p:nvSpPr>
          <p:cNvPr id="30" name="Textplatzhalter 10"/>
          <p:cNvSpPr>
            <a:spLocks noGrp="1"/>
          </p:cNvSpPr>
          <p:nvPr>
            <p:ph type="body" sz="quarter" idx="21" hasCustomPrompt="1"/>
          </p:nvPr>
        </p:nvSpPr>
        <p:spPr>
          <a:xfrm>
            <a:off x="4844560" y="3214799"/>
            <a:ext cx="1624994" cy="407775"/>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31" name="Textplatzhalter 10"/>
          <p:cNvSpPr>
            <a:spLocks noGrp="1"/>
          </p:cNvSpPr>
          <p:nvPr>
            <p:ph type="body" sz="quarter" idx="22" hasCustomPrompt="1"/>
          </p:nvPr>
        </p:nvSpPr>
        <p:spPr>
          <a:xfrm>
            <a:off x="4844560" y="3809772"/>
            <a:ext cx="1624994" cy="1135960"/>
          </a:xfrm>
        </p:spPr>
        <p:txBody>
          <a:bodyPr/>
          <a:lstStyle>
            <a:lvl1pPr marL="0" indent="0">
              <a:spcBef>
                <a:spcPts val="1200"/>
              </a:spcBef>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32" name="Rechteck 31"/>
          <p:cNvSpPr/>
          <p:nvPr userDrawn="1"/>
        </p:nvSpPr>
        <p:spPr>
          <a:xfrm>
            <a:off x="6671909" y="2315783"/>
            <a:ext cx="2016000" cy="277374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3" name="Bildplatzhalter 7"/>
          <p:cNvSpPr>
            <a:spLocks noGrp="1" noChangeAspect="1"/>
          </p:cNvSpPr>
          <p:nvPr>
            <p:ph type="pic" sz="quarter" idx="23"/>
          </p:nvPr>
        </p:nvSpPr>
        <p:spPr>
          <a:xfrm>
            <a:off x="7030548" y="1587600"/>
            <a:ext cx="1298723" cy="1298723"/>
          </a:xfrm>
          <a:prstGeom prst="ellipse">
            <a:avLst/>
          </a:prstGeom>
          <a:solidFill>
            <a:schemeClr val="bg1">
              <a:lumMod val="95000"/>
            </a:schemeClr>
          </a:solidFill>
        </p:spPr>
        <p:txBody>
          <a:bodyPr tIns="0"/>
          <a:lstStyle>
            <a:lvl1pPr marL="0" indent="0" algn="ctr">
              <a:buNone/>
              <a:defRPr sz="1200"/>
            </a:lvl1pPr>
          </a:lstStyle>
          <a:p>
            <a:r>
              <a:rPr lang="de-DE"/>
              <a:t>Bild durch Klicken auf Symbol hinzufügen</a:t>
            </a:r>
            <a:endParaRPr lang="en-US"/>
          </a:p>
        </p:txBody>
      </p:sp>
      <p:sp>
        <p:nvSpPr>
          <p:cNvPr id="34" name="Textplatzhalter 10"/>
          <p:cNvSpPr>
            <a:spLocks noGrp="1"/>
          </p:cNvSpPr>
          <p:nvPr>
            <p:ph type="body" sz="quarter" idx="24" hasCustomPrompt="1"/>
          </p:nvPr>
        </p:nvSpPr>
        <p:spPr>
          <a:xfrm>
            <a:off x="6909683" y="3214799"/>
            <a:ext cx="1624994" cy="407775"/>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35" name="Textplatzhalter 10"/>
          <p:cNvSpPr>
            <a:spLocks noGrp="1"/>
          </p:cNvSpPr>
          <p:nvPr>
            <p:ph type="body" sz="quarter" idx="25" hasCustomPrompt="1"/>
          </p:nvPr>
        </p:nvSpPr>
        <p:spPr>
          <a:xfrm>
            <a:off x="6909683" y="3809772"/>
            <a:ext cx="1624994" cy="1135960"/>
          </a:xfrm>
        </p:spPr>
        <p:txBody>
          <a:bodyPr/>
          <a:lstStyle>
            <a:lvl1pPr marL="0" indent="0">
              <a:spcBef>
                <a:spcPts val="1200"/>
              </a:spcBef>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Institut und Professur</a:t>
            </a:r>
          </a:p>
        </p:txBody>
      </p:sp>
      <p:sp>
        <p:nvSpPr>
          <p:cNvPr id="7" name="Titel 6"/>
          <p:cNvSpPr>
            <a:spLocks noGrp="1"/>
          </p:cNvSpPr>
          <p:nvPr>
            <p:ph type="title"/>
          </p:nvPr>
        </p:nvSpPr>
        <p:spPr/>
        <p:txBody>
          <a:bodyPr/>
          <a:lstStyle/>
          <a:p>
            <a:r>
              <a:rPr lang="de-DE"/>
              <a:t>Titelmasterformat durch Klicken bearbeiten</a:t>
            </a:r>
            <a:endParaRPr lang="de-DE" dirty="0"/>
          </a:p>
        </p:txBody>
      </p:sp>
    </p:spTree>
    <p:extLst>
      <p:ext uri="{BB962C8B-B14F-4D97-AF65-F5344CB8AC3E}">
        <p14:creationId xmlns:p14="http://schemas.microsoft.com/office/powerpoint/2010/main" val="40849720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0B2E8C9-11D5-432E-A3DA-BFD71FF63A89}" type="datetime1">
              <a:rPr lang="de-DE" smtClean="0"/>
              <a:t>23.02.2026</a:t>
            </a:fld>
            <a:endParaRPr lang="de-DE" dirty="0"/>
          </a:p>
        </p:txBody>
      </p:sp>
      <p:sp>
        <p:nvSpPr>
          <p:cNvPr id="4" name="Footer Placeholder 3"/>
          <p:cNvSpPr>
            <a:spLocks noGrp="1"/>
          </p:cNvSpPr>
          <p:nvPr>
            <p:ph type="ftr" sz="quarter" idx="11"/>
          </p:nvPr>
        </p:nvSpPr>
        <p:spPr/>
        <p:txBody>
          <a:bodyPr/>
          <a:lstStyle/>
          <a:p>
            <a:r>
              <a:rPr lang="de-DE"/>
              <a:t>University of Stuttgart, IAS</a:t>
            </a:r>
            <a:endParaRPr lang="de-DE" dirty="0"/>
          </a:p>
        </p:txBody>
      </p:sp>
      <p:sp>
        <p:nvSpPr>
          <p:cNvPr id="5" name="Slide Number Placeholder 4"/>
          <p:cNvSpPr>
            <a:spLocks noGrp="1"/>
          </p:cNvSpPr>
          <p:nvPr>
            <p:ph type="sldNum" sz="quarter" idx="12"/>
          </p:nvPr>
        </p:nvSpPr>
        <p:spPr/>
        <p:txBody>
          <a:bodyPr/>
          <a:lstStyle/>
          <a:p>
            <a:fld id="{9E82CC3C-1DC0-4FDA-9590-6CC506AB67F8}" type="slidenum">
              <a:rPr lang="de-DE" smtClean="0"/>
              <a:t>‹#›</a:t>
            </a:fld>
            <a:endParaRPr lang="de-DE" dirty="0"/>
          </a:p>
        </p:txBody>
      </p:sp>
      <p:sp>
        <p:nvSpPr>
          <p:cNvPr id="6" name="Textplatzhalter 7"/>
          <p:cNvSpPr>
            <a:spLocks noGrp="1"/>
          </p:cNvSpPr>
          <p:nvPr>
            <p:ph type="body" sz="quarter" idx="13" hasCustomPrompt="1"/>
          </p:nvPr>
        </p:nvSpPr>
        <p:spPr>
          <a:xfrm>
            <a:off x="468000" y="716400"/>
            <a:ext cx="8208000" cy="276225"/>
          </a:xfrm>
        </p:spPr>
        <p:txBody>
          <a:bodyPr lIns="0" tIns="0" rIns="0" bIns="0"/>
          <a:lstStyle>
            <a:lvl1pPr marL="0" indent="0">
              <a:buNone/>
              <a:defRPr sz="1800" baseline="0"/>
            </a:lvl1pPr>
          </a:lstStyle>
          <a:p>
            <a:pPr lvl="0"/>
            <a:r>
              <a:rPr lang="de-DE" dirty="0"/>
              <a:t>Untertitel durch Klicken bearbeiten</a:t>
            </a:r>
          </a:p>
        </p:txBody>
      </p:sp>
      <p:sp>
        <p:nvSpPr>
          <p:cNvPr id="7" name="Titel 6"/>
          <p:cNvSpPr>
            <a:spLocks noGrp="1"/>
          </p:cNvSpPr>
          <p:nvPr>
            <p:ph type="title"/>
          </p:nvPr>
        </p:nvSpPr>
        <p:spPr/>
        <p:txBody>
          <a:bodyPr/>
          <a:lstStyle/>
          <a:p>
            <a:r>
              <a:rPr lang="de-DE"/>
              <a:t>Titelmasterformat durch Klicken bearbeiten</a:t>
            </a:r>
            <a:endParaRPr lang="de-DE" dirty="0"/>
          </a:p>
        </p:txBody>
      </p:sp>
    </p:spTree>
    <p:extLst>
      <p:ext uri="{BB962C8B-B14F-4D97-AF65-F5344CB8AC3E}">
        <p14:creationId xmlns:p14="http://schemas.microsoft.com/office/powerpoint/2010/main" val="6965125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AE3577-4033-4789-AB53-4F77A409BE41}" type="datetime1">
              <a:rPr lang="de-DE" smtClean="0"/>
              <a:t>23.02.2026</a:t>
            </a:fld>
            <a:endParaRPr lang="de-DE" dirty="0"/>
          </a:p>
        </p:txBody>
      </p:sp>
      <p:sp>
        <p:nvSpPr>
          <p:cNvPr id="3" name="Footer Placeholder 2"/>
          <p:cNvSpPr>
            <a:spLocks noGrp="1"/>
          </p:cNvSpPr>
          <p:nvPr>
            <p:ph type="ftr" sz="quarter" idx="11"/>
          </p:nvPr>
        </p:nvSpPr>
        <p:spPr/>
        <p:txBody>
          <a:bodyPr/>
          <a:lstStyle/>
          <a:p>
            <a:r>
              <a:rPr lang="de-DE"/>
              <a:t>University of Stuttgart, IAS</a:t>
            </a:r>
            <a:endParaRPr lang="de-DE" dirty="0"/>
          </a:p>
        </p:txBody>
      </p:sp>
      <p:sp>
        <p:nvSpPr>
          <p:cNvPr id="4" name="Slide Number Placeholder 3"/>
          <p:cNvSpPr>
            <a:spLocks noGrp="1"/>
          </p:cNvSpPr>
          <p:nvPr>
            <p:ph type="sldNum" sz="quarter" idx="12"/>
          </p:nvPr>
        </p:nvSpPr>
        <p:spPr/>
        <p:txBody>
          <a:bodyPr/>
          <a:lstStyle/>
          <a:p>
            <a:fld id="{9E82CC3C-1DC0-4FDA-9590-6CC506AB67F8}" type="slidenum">
              <a:rPr lang="de-DE" smtClean="0"/>
              <a:t>‹#›</a:t>
            </a:fld>
            <a:endParaRPr lang="de-DE" dirty="0"/>
          </a:p>
        </p:txBody>
      </p:sp>
    </p:spTree>
    <p:extLst>
      <p:ext uri="{BB962C8B-B14F-4D97-AF65-F5344CB8AC3E}">
        <p14:creationId xmlns:p14="http://schemas.microsoft.com/office/powerpoint/2010/main" val="11302492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nstitute_Schlussfolie blau">
    <p:spTree>
      <p:nvGrpSpPr>
        <p:cNvPr id="1" name=""/>
        <p:cNvGrpSpPr/>
        <p:nvPr/>
      </p:nvGrpSpPr>
      <p:grpSpPr>
        <a:xfrm>
          <a:off x="0" y="0"/>
          <a:ext cx="0" cy="0"/>
          <a:chOff x="0" y="0"/>
          <a:chExt cx="0" cy="0"/>
        </a:xfrm>
      </p:grpSpPr>
      <p:sp>
        <p:nvSpPr>
          <p:cNvPr id="13" name="bk object 16"/>
          <p:cNvSpPr/>
          <p:nvPr userDrawn="1"/>
        </p:nvSpPr>
        <p:spPr>
          <a:xfrm>
            <a:off x="0" y="0"/>
            <a:ext cx="9144000" cy="5715000"/>
          </a:xfrm>
          <a:prstGeom prst="rect">
            <a:avLst/>
          </a:prstGeom>
          <a:blipFill>
            <a:blip r:embed="rId2" cstate="print"/>
            <a:stretch>
              <a:fillRect/>
            </a:stretch>
          </a:blipFill>
        </p:spPr>
        <p:txBody>
          <a:bodyPr wrap="square" lIns="0" tIns="0" rIns="0" bIns="0" rtlCol="0"/>
          <a:lstStyle/>
          <a:p>
            <a:endParaRPr lang="de-DE" dirty="0"/>
          </a:p>
        </p:txBody>
      </p:sp>
      <p:pic>
        <p:nvPicPr>
          <p:cNvPr id="18" name="Grafik 17"/>
          <p:cNvPicPr>
            <a:picLocks noChangeAspect="1"/>
          </p:cNvPicPr>
          <p:nvPr userDrawn="1"/>
        </p:nvPicPr>
        <p:blipFill>
          <a:blip r:embed="rId3">
            <a:biLevel thresh="25000"/>
            <a:extLst>
              <a:ext uri="{28A0092B-C50C-407E-A947-70E740481C1C}">
                <a14:useLocalDpi xmlns:a14="http://schemas.microsoft.com/office/drawing/2010/main" val="0"/>
              </a:ext>
            </a:extLst>
          </a:blip>
          <a:stretch>
            <a:fillRect/>
          </a:stretch>
        </p:blipFill>
        <p:spPr>
          <a:xfrm>
            <a:off x="406800" y="344529"/>
            <a:ext cx="2136071" cy="431998"/>
          </a:xfrm>
          <a:prstGeom prst="rect">
            <a:avLst/>
          </a:prstGeom>
        </p:spPr>
      </p:pic>
      <p:sp>
        <p:nvSpPr>
          <p:cNvPr id="6" name="Bildplatzhalter 7"/>
          <p:cNvSpPr>
            <a:spLocks noGrp="1" noChangeAspect="1"/>
          </p:cNvSpPr>
          <p:nvPr>
            <p:ph type="pic" sz="quarter" idx="14" hasCustomPrompt="1"/>
          </p:nvPr>
        </p:nvSpPr>
        <p:spPr>
          <a:xfrm>
            <a:off x="410400" y="2124000"/>
            <a:ext cx="1440000" cy="1440000"/>
          </a:xfrm>
          <a:prstGeom prst="ellipse">
            <a:avLst/>
          </a:prstGeom>
          <a:solidFill>
            <a:schemeClr val="bg1"/>
          </a:solidFill>
        </p:spPr>
        <p:txBody>
          <a:bodyPr tIns="0"/>
          <a:lstStyle>
            <a:lvl1pPr marL="0" indent="0" algn="ctr">
              <a:buNone/>
              <a:defRPr sz="1200"/>
            </a:lvl1pPr>
          </a:lstStyle>
          <a:p>
            <a:r>
              <a:rPr lang="en-US" dirty="0"/>
              <a:t>Add image by clicking on symbol</a:t>
            </a:r>
          </a:p>
        </p:txBody>
      </p:sp>
      <p:sp>
        <p:nvSpPr>
          <p:cNvPr id="7" name="Textplatzhalter 10"/>
          <p:cNvSpPr>
            <a:spLocks noGrp="1"/>
          </p:cNvSpPr>
          <p:nvPr>
            <p:ph type="body" sz="quarter" idx="15" hasCustomPrompt="1"/>
          </p:nvPr>
        </p:nvSpPr>
        <p:spPr>
          <a:xfrm>
            <a:off x="2174400" y="2325600"/>
            <a:ext cx="3290054" cy="216000"/>
          </a:xfrm>
        </p:spPr>
        <p:txBody>
          <a:bodyPr/>
          <a:lstStyle>
            <a:lvl1pPr marL="0" indent="0">
              <a:buNone/>
              <a:defRPr sz="1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Name</a:t>
            </a:r>
          </a:p>
        </p:txBody>
      </p:sp>
      <p:sp>
        <p:nvSpPr>
          <p:cNvPr id="9" name="Textfeld 8"/>
          <p:cNvSpPr txBox="1"/>
          <p:nvPr userDrawn="1"/>
        </p:nvSpPr>
        <p:spPr>
          <a:xfrm>
            <a:off x="2174400" y="2757600"/>
            <a:ext cx="2211862" cy="808916"/>
          </a:xfrm>
          <a:prstGeom prst="rect">
            <a:avLst/>
          </a:prstGeom>
        </p:spPr>
        <p:txBody>
          <a:bodyPr vert="horz" lIns="0" tIns="0" rIns="0" bIns="0" rtlCol="0">
            <a:noAutofit/>
          </a:bodyPr>
          <a:lstStyle>
            <a:lvl1pPr lvl="0" indent="0" defTabSz="685800">
              <a:lnSpc>
                <a:spcPct val="120000"/>
              </a:lnSpc>
              <a:spcBef>
                <a:spcPts val="750"/>
              </a:spcBef>
              <a:buClr>
                <a:schemeClr val="accent2"/>
              </a:buClr>
              <a:buFont typeface="Arial" panose="020B0604020202020204" pitchFamily="34" charset="0"/>
              <a:buNone/>
              <a:defRPr sz="1200" b="0">
                <a:solidFill>
                  <a:schemeClr val="tx1">
                    <a:lumMod val="75000"/>
                    <a:lumOff val="25000"/>
                  </a:schemeClr>
                </a:solidFill>
              </a:defRPr>
            </a:lvl1pPr>
            <a:lvl2pPr marL="449263" indent="-273050" defTabSz="685800">
              <a:lnSpc>
                <a:spcPct val="120000"/>
              </a:lnSpc>
              <a:spcBef>
                <a:spcPts val="375"/>
              </a:spcBef>
              <a:buFont typeface="Arial" panose="020B0604020202020204" pitchFamily="34" charset="0"/>
              <a:buChar char="–"/>
              <a:defRPr sz="1800">
                <a:solidFill>
                  <a:schemeClr val="bg1"/>
                </a:solidFill>
              </a:defRPr>
            </a:lvl2pPr>
            <a:lvl3pPr marL="715963" indent="-266700" defTabSz="685800">
              <a:lnSpc>
                <a:spcPct val="120000"/>
              </a:lnSpc>
              <a:spcBef>
                <a:spcPts val="375"/>
              </a:spcBef>
              <a:buFont typeface="Arial" panose="020B0604020202020204" pitchFamily="34" charset="0"/>
              <a:buChar char="–"/>
              <a:defRPr sz="1800">
                <a:solidFill>
                  <a:schemeClr val="bg1"/>
                </a:solidFill>
              </a:defRPr>
            </a:lvl3pPr>
            <a:lvl4pPr marL="987425" indent="-271463" defTabSz="685800">
              <a:lnSpc>
                <a:spcPct val="120000"/>
              </a:lnSpc>
              <a:spcBef>
                <a:spcPts val="375"/>
              </a:spcBef>
              <a:buFont typeface="Arial" panose="020B0604020202020204" pitchFamily="34" charset="0"/>
              <a:buChar char="–"/>
              <a:defRPr sz="1800">
                <a:solidFill>
                  <a:schemeClr val="bg1"/>
                </a:solidFill>
              </a:defRPr>
            </a:lvl4pPr>
            <a:lvl5pPr marL="1254125" indent="-266700" defTabSz="685800">
              <a:lnSpc>
                <a:spcPct val="120000"/>
              </a:lnSpc>
              <a:spcBef>
                <a:spcPts val="375"/>
              </a:spcBef>
              <a:buFont typeface="Arial" panose="020B0604020202020204" pitchFamily="34" charset="0"/>
              <a:buChar char="–"/>
              <a:defRPr sz="1800">
                <a:solidFill>
                  <a:schemeClr val="bg1"/>
                </a:solidFill>
              </a:defRPr>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lvl="0">
              <a:spcBef>
                <a:spcPts val="200"/>
              </a:spcBef>
              <a:spcAft>
                <a:spcPts val="0"/>
              </a:spcAft>
              <a:tabLst>
                <a:tab pos="541338" algn="l"/>
              </a:tabLst>
            </a:pPr>
            <a:r>
              <a:rPr lang="fr-FR" dirty="0">
                <a:solidFill>
                  <a:schemeClr val="bg1"/>
                </a:solidFill>
              </a:rPr>
              <a:t>e-mail:</a:t>
            </a:r>
          </a:p>
          <a:p>
            <a:pPr lvl="0">
              <a:spcBef>
                <a:spcPts val="200"/>
              </a:spcBef>
              <a:spcAft>
                <a:spcPts val="0"/>
              </a:spcAft>
              <a:tabLst>
                <a:tab pos="541338" algn="l"/>
              </a:tabLst>
            </a:pPr>
            <a:r>
              <a:rPr lang="fr-FR" dirty="0">
                <a:solidFill>
                  <a:schemeClr val="bg1"/>
                </a:solidFill>
              </a:rPr>
              <a:t>Study Program:</a:t>
            </a:r>
          </a:p>
          <a:p>
            <a:pPr lvl="0">
              <a:spcBef>
                <a:spcPts val="200"/>
              </a:spcBef>
              <a:spcAft>
                <a:spcPts val="0"/>
              </a:spcAft>
              <a:tabLst>
                <a:tab pos="541338" algn="l"/>
              </a:tabLst>
            </a:pPr>
            <a:r>
              <a:rPr lang="fr-FR" dirty="0">
                <a:solidFill>
                  <a:schemeClr val="bg1"/>
                </a:solidFill>
              </a:rPr>
              <a:t>	</a:t>
            </a:r>
          </a:p>
          <a:p>
            <a:pPr lvl="0">
              <a:spcBef>
                <a:spcPts val="200"/>
              </a:spcBef>
              <a:spcAft>
                <a:spcPts val="0"/>
              </a:spcAft>
              <a:tabLst>
                <a:tab pos="541338" algn="l"/>
              </a:tabLst>
            </a:pPr>
            <a:endParaRPr lang="fr-FR" dirty="0">
              <a:solidFill>
                <a:schemeClr val="bg1"/>
              </a:solidFill>
            </a:endParaRPr>
          </a:p>
        </p:txBody>
      </p:sp>
      <p:sp>
        <p:nvSpPr>
          <p:cNvPr id="15" name="Textplatzhalter 10"/>
          <p:cNvSpPr>
            <a:spLocks noGrp="1"/>
          </p:cNvSpPr>
          <p:nvPr>
            <p:ph type="body" sz="quarter" idx="19" hasCustomPrompt="1"/>
          </p:nvPr>
        </p:nvSpPr>
        <p:spPr>
          <a:xfrm>
            <a:off x="2717045" y="2757117"/>
            <a:ext cx="2747409" cy="216000"/>
          </a:xfrm>
        </p:spPr>
        <p:txBody>
          <a:bodyPr/>
          <a:lstStyle>
            <a:lvl1pPr marL="0" indent="0">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&lt;email </a:t>
            </a:r>
            <a:r>
              <a:rPr lang="de-DE" dirty="0" err="1"/>
              <a:t>adress</a:t>
            </a:r>
            <a:r>
              <a:rPr lang="de-DE" dirty="0"/>
              <a:t>&gt;</a:t>
            </a:r>
          </a:p>
        </p:txBody>
      </p:sp>
      <p:sp>
        <p:nvSpPr>
          <p:cNvPr id="16" name="Textfeld 15"/>
          <p:cNvSpPr txBox="1"/>
          <p:nvPr userDrawn="1"/>
        </p:nvSpPr>
        <p:spPr>
          <a:xfrm>
            <a:off x="396000" y="1512000"/>
            <a:ext cx="2160000" cy="324000"/>
          </a:xfrm>
          <a:prstGeom prst="rect">
            <a:avLst/>
          </a:prstGeom>
        </p:spPr>
        <p:txBody>
          <a:bodyPr vert="horz" lIns="0" tIns="0" rIns="0" bIns="0" rtlCol="0">
            <a:noAutofit/>
          </a:bodyPr>
          <a:lstStyle>
            <a:lvl1pPr lvl="0" indent="0" defTabSz="685800">
              <a:lnSpc>
                <a:spcPct val="120000"/>
              </a:lnSpc>
              <a:spcBef>
                <a:spcPts val="750"/>
              </a:spcBef>
              <a:buClr>
                <a:schemeClr val="accent2"/>
              </a:buClr>
              <a:buFont typeface="Arial" panose="020B0604020202020204" pitchFamily="34" charset="0"/>
              <a:buNone/>
              <a:defRPr sz="1200" b="0">
                <a:solidFill>
                  <a:schemeClr val="tx1">
                    <a:lumMod val="75000"/>
                    <a:lumOff val="25000"/>
                  </a:schemeClr>
                </a:solidFill>
              </a:defRPr>
            </a:lvl1pPr>
            <a:lvl2pPr marL="449263" indent="-273050" defTabSz="685800">
              <a:lnSpc>
                <a:spcPct val="120000"/>
              </a:lnSpc>
              <a:spcBef>
                <a:spcPts val="375"/>
              </a:spcBef>
              <a:buFont typeface="Arial" panose="020B0604020202020204" pitchFamily="34" charset="0"/>
              <a:buChar char="–"/>
              <a:defRPr sz="1800">
                <a:solidFill>
                  <a:schemeClr val="bg1"/>
                </a:solidFill>
              </a:defRPr>
            </a:lvl2pPr>
            <a:lvl3pPr marL="715963" indent="-266700" defTabSz="685800">
              <a:lnSpc>
                <a:spcPct val="120000"/>
              </a:lnSpc>
              <a:spcBef>
                <a:spcPts val="375"/>
              </a:spcBef>
              <a:buFont typeface="Arial" panose="020B0604020202020204" pitchFamily="34" charset="0"/>
              <a:buChar char="–"/>
              <a:defRPr sz="1800">
                <a:solidFill>
                  <a:schemeClr val="bg1"/>
                </a:solidFill>
              </a:defRPr>
            </a:lvl3pPr>
            <a:lvl4pPr marL="987425" indent="-271463" defTabSz="685800">
              <a:lnSpc>
                <a:spcPct val="120000"/>
              </a:lnSpc>
              <a:spcBef>
                <a:spcPts val="375"/>
              </a:spcBef>
              <a:buFont typeface="Arial" panose="020B0604020202020204" pitchFamily="34" charset="0"/>
              <a:buChar char="–"/>
              <a:defRPr sz="1800">
                <a:solidFill>
                  <a:schemeClr val="bg1"/>
                </a:solidFill>
              </a:defRPr>
            </a:lvl4pPr>
            <a:lvl5pPr marL="1254125" indent="-266700" defTabSz="685800">
              <a:lnSpc>
                <a:spcPct val="120000"/>
              </a:lnSpc>
              <a:spcBef>
                <a:spcPts val="375"/>
              </a:spcBef>
              <a:buFont typeface="Arial" panose="020B0604020202020204" pitchFamily="34" charset="0"/>
              <a:buChar char="–"/>
              <a:defRPr sz="1800">
                <a:solidFill>
                  <a:schemeClr val="bg1"/>
                </a:solidFill>
              </a:defRPr>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lvl="0">
              <a:spcBef>
                <a:spcPts val="200"/>
              </a:spcBef>
              <a:spcAft>
                <a:spcPts val="0"/>
              </a:spcAft>
              <a:tabLst>
                <a:tab pos="541338" algn="l"/>
              </a:tabLst>
            </a:pPr>
            <a:r>
              <a:rPr lang="de-DE" sz="2000" b="1" dirty="0" err="1">
                <a:solidFill>
                  <a:schemeClr val="bg1"/>
                </a:solidFill>
              </a:rPr>
              <a:t>Thank</a:t>
            </a:r>
            <a:r>
              <a:rPr lang="de-DE" sz="2000" b="1" dirty="0">
                <a:solidFill>
                  <a:schemeClr val="bg1"/>
                </a:solidFill>
              </a:rPr>
              <a:t> </a:t>
            </a:r>
            <a:r>
              <a:rPr lang="de-DE" sz="2000" b="1" dirty="0" err="1">
                <a:solidFill>
                  <a:schemeClr val="bg1"/>
                </a:solidFill>
              </a:rPr>
              <a:t>you</a:t>
            </a:r>
            <a:r>
              <a:rPr lang="de-DE" sz="2000" b="1" dirty="0">
                <a:solidFill>
                  <a:schemeClr val="bg1"/>
                </a:solidFill>
              </a:rPr>
              <a:t>!</a:t>
            </a:r>
          </a:p>
        </p:txBody>
      </p:sp>
      <p:sp>
        <p:nvSpPr>
          <p:cNvPr id="17" name="Textplatzhalter 9"/>
          <p:cNvSpPr>
            <a:spLocks noGrp="1"/>
          </p:cNvSpPr>
          <p:nvPr>
            <p:ph type="body" sz="quarter" idx="13" hasCustomPrompt="1"/>
          </p:nvPr>
        </p:nvSpPr>
        <p:spPr>
          <a:xfrm>
            <a:off x="954000" y="649575"/>
            <a:ext cx="3561913" cy="483423"/>
          </a:xfrm>
        </p:spPr>
        <p:txBody>
          <a:bodyPr/>
          <a:lstStyle>
            <a:lvl1pPr marL="0" marR="0" indent="0" algn="l" defTabSz="685800" rtl="0" eaLnBrk="1" fontAlgn="auto" latinLnBrk="0" hangingPunct="1">
              <a:lnSpc>
                <a:spcPct val="100000"/>
              </a:lnSpc>
              <a:spcBef>
                <a:spcPts val="750"/>
              </a:spcBef>
              <a:spcAft>
                <a:spcPts val="0"/>
              </a:spcAft>
              <a:buClr>
                <a:schemeClr val="accent1"/>
              </a:buClr>
              <a:buSzTx/>
              <a:buFontTx/>
              <a:buNone/>
              <a:tabLst/>
              <a:defRPr sz="1200" b="0">
                <a:solidFill>
                  <a:schemeClr val="bg1"/>
                </a:solidFill>
              </a:defRPr>
            </a:lvl1pPr>
          </a:lstStyle>
          <a:p>
            <a:pPr marL="0" marR="0" lvl="0" indent="0" algn="l" defTabSz="685800" rtl="0" eaLnBrk="1" fontAlgn="auto" latinLnBrk="0" hangingPunct="1">
              <a:lnSpc>
                <a:spcPct val="100000"/>
              </a:lnSpc>
              <a:spcBef>
                <a:spcPts val="750"/>
              </a:spcBef>
              <a:spcAft>
                <a:spcPts val="0"/>
              </a:spcAft>
              <a:buClr>
                <a:schemeClr val="accent1"/>
              </a:buClr>
              <a:buSzTx/>
              <a:buFontTx/>
              <a:buNone/>
              <a:tabLst/>
              <a:defRPr/>
            </a:pPr>
            <a:r>
              <a:rPr lang="en-US" b="1" dirty="0"/>
              <a:t>Institute of Industrial Automation and Software Engineering</a:t>
            </a:r>
          </a:p>
          <a:p>
            <a:pPr lvl="0"/>
            <a:endParaRPr lang="de-DE" dirty="0"/>
          </a:p>
        </p:txBody>
      </p:sp>
      <p:sp>
        <p:nvSpPr>
          <p:cNvPr id="5" name="Textplatzhalter 4">
            <a:extLst>
              <a:ext uri="{FF2B5EF4-FFF2-40B4-BE49-F238E27FC236}">
                <a16:creationId xmlns:a16="http://schemas.microsoft.com/office/drawing/2014/main" id="{789F3854-37D8-4238-AE78-489978C90403}"/>
              </a:ext>
            </a:extLst>
          </p:cNvPr>
          <p:cNvSpPr>
            <a:spLocks noGrp="1"/>
          </p:cNvSpPr>
          <p:nvPr>
            <p:ph type="body" sz="quarter" idx="20" hasCustomPrompt="1"/>
          </p:nvPr>
        </p:nvSpPr>
        <p:spPr>
          <a:xfrm>
            <a:off x="3299963" y="3018605"/>
            <a:ext cx="2584450" cy="303212"/>
          </a:xfrm>
        </p:spPr>
        <p:txBody>
          <a:bodyPr vert="horz" lIns="0" tIns="0" rIns="0" bIns="0" rtlCol="0">
            <a:noAutofit/>
          </a:bodyPr>
          <a:lstStyle>
            <a:lvl1pPr>
              <a:defRPr lang="de-DE" sz="1200" b="0" dirty="0">
                <a:solidFill>
                  <a:schemeClr val="bg1"/>
                </a:solidFill>
              </a:defRPr>
            </a:lvl1pPr>
          </a:lstStyle>
          <a:p>
            <a:pPr marL="0" lvl="0" indent="0">
              <a:buNone/>
            </a:pPr>
            <a:r>
              <a:rPr lang="de-DE" dirty="0"/>
              <a:t>&lt;</a:t>
            </a:r>
            <a:r>
              <a:rPr lang="de-DE" dirty="0" err="1"/>
              <a:t>study</a:t>
            </a:r>
            <a:r>
              <a:rPr lang="de-DE" dirty="0"/>
              <a:t> program&gt;</a:t>
            </a:r>
          </a:p>
        </p:txBody>
      </p:sp>
    </p:spTree>
    <p:extLst>
      <p:ext uri="{BB962C8B-B14F-4D97-AF65-F5344CB8AC3E}">
        <p14:creationId xmlns:p14="http://schemas.microsoft.com/office/powerpoint/2010/main" val="2343740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Titelfolie Institute 2">
    <p:spTree>
      <p:nvGrpSpPr>
        <p:cNvPr id="1" name=""/>
        <p:cNvGrpSpPr/>
        <p:nvPr/>
      </p:nvGrpSpPr>
      <p:grpSpPr>
        <a:xfrm>
          <a:off x="0" y="0"/>
          <a:ext cx="0" cy="0"/>
          <a:chOff x="0" y="0"/>
          <a:chExt cx="0" cy="0"/>
        </a:xfrm>
      </p:grpSpPr>
      <p:pic>
        <p:nvPicPr>
          <p:cNvPr id="8" name="Grafik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6800" y="344529"/>
            <a:ext cx="2136071" cy="431998"/>
          </a:xfrm>
          <a:prstGeom prst="rect">
            <a:avLst/>
          </a:prstGeom>
        </p:spPr>
      </p:pic>
      <p:sp>
        <p:nvSpPr>
          <p:cNvPr id="9" name="Bildplatzhalter 8"/>
          <p:cNvSpPr>
            <a:spLocks noGrp="1"/>
          </p:cNvSpPr>
          <p:nvPr>
            <p:ph type="pic" sz="quarter" idx="10"/>
          </p:nvPr>
        </p:nvSpPr>
        <p:spPr>
          <a:xfrm>
            <a:off x="0" y="1407600"/>
            <a:ext cx="9144000" cy="3672000"/>
          </a:xfrm>
          <a:solidFill>
            <a:schemeClr val="bg1">
              <a:lumMod val="85000"/>
            </a:schemeClr>
          </a:solidFill>
        </p:spPr>
        <p:txBody>
          <a:bodyPr lIns="72000"/>
          <a:lstStyle>
            <a:lvl1pPr marL="0" indent="0">
              <a:buNone/>
              <a:defRPr/>
            </a:lvl1pPr>
          </a:lstStyle>
          <a:p>
            <a:r>
              <a:rPr lang="de-DE"/>
              <a:t>Bild durch Klicken auf Symbol hinzufügen</a:t>
            </a:r>
            <a:endParaRPr lang="en-US" dirty="0"/>
          </a:p>
        </p:txBody>
      </p:sp>
      <p:sp>
        <p:nvSpPr>
          <p:cNvPr id="10" name="Textplatzhalter 9"/>
          <p:cNvSpPr>
            <a:spLocks noGrp="1"/>
          </p:cNvSpPr>
          <p:nvPr>
            <p:ph type="body" sz="quarter" idx="13" hasCustomPrompt="1"/>
          </p:nvPr>
        </p:nvSpPr>
        <p:spPr>
          <a:xfrm>
            <a:off x="954000" y="649575"/>
            <a:ext cx="3561913" cy="483423"/>
          </a:xfrm>
        </p:spPr>
        <p:txBody>
          <a:bodyPr/>
          <a:lstStyle>
            <a:lvl1pPr marL="0" indent="0">
              <a:lnSpc>
                <a:spcPct val="100000"/>
              </a:lnSpc>
              <a:spcBef>
                <a:spcPts val="0"/>
              </a:spcBef>
              <a:buFontTx/>
              <a:buNone/>
              <a:defRPr sz="1200" baseline="0"/>
            </a:lvl1pPr>
          </a:lstStyle>
          <a:p>
            <a:pPr lvl="0"/>
            <a:r>
              <a:rPr lang="de-DE" dirty="0"/>
              <a:t>Institute </a:t>
            </a:r>
            <a:r>
              <a:rPr lang="de-DE" dirty="0" err="1"/>
              <a:t>of</a:t>
            </a:r>
            <a:r>
              <a:rPr lang="de-DE" dirty="0"/>
              <a:t> Industrial Automation</a:t>
            </a:r>
          </a:p>
          <a:p>
            <a:pPr lvl="0"/>
            <a:r>
              <a:rPr lang="de-DE" dirty="0" err="1"/>
              <a:t>and</a:t>
            </a:r>
            <a:r>
              <a:rPr lang="de-DE" dirty="0"/>
              <a:t> Software Engineering</a:t>
            </a:r>
          </a:p>
        </p:txBody>
      </p:sp>
      <p:sp>
        <p:nvSpPr>
          <p:cNvPr id="2" name="Title 1"/>
          <p:cNvSpPr>
            <a:spLocks noGrp="1" noChangeAspect="1"/>
          </p:cNvSpPr>
          <p:nvPr>
            <p:ph type="ctrTitle" hasCustomPrompt="1"/>
          </p:nvPr>
        </p:nvSpPr>
        <p:spPr>
          <a:xfrm>
            <a:off x="4970585" y="1004399"/>
            <a:ext cx="3911553" cy="3911553"/>
          </a:xfrm>
          <a:prstGeom prst="ellipse">
            <a:avLst/>
          </a:prstGeom>
          <a:solidFill>
            <a:schemeClr val="accent1"/>
          </a:solidFill>
        </p:spPr>
        <p:txBody>
          <a:bodyPr wrap="none" lIns="0" tIns="0" rIns="0" bIns="1260000" anchor="b" anchorCtr="0">
            <a:noAutofit/>
          </a:bodyPr>
          <a:lstStyle>
            <a:lvl1pPr marL="0" indent="0" algn="l">
              <a:lnSpc>
                <a:spcPct val="90000"/>
              </a:lnSpc>
              <a:defRPr sz="2700" b="1" baseline="0">
                <a:solidFill>
                  <a:schemeClr val="bg1"/>
                </a:solidFill>
              </a:defRPr>
            </a:lvl1pPr>
          </a:lstStyle>
          <a:p>
            <a:r>
              <a:rPr lang="de-DE" dirty="0"/>
              <a:t>Titel durch Klicken </a:t>
            </a:r>
            <a:br>
              <a:rPr lang="de-DE" dirty="0"/>
            </a:br>
            <a:r>
              <a:rPr lang="de-DE" dirty="0"/>
              <a:t>hinzufügen</a:t>
            </a:r>
          </a:p>
        </p:txBody>
      </p:sp>
      <p:sp>
        <p:nvSpPr>
          <p:cNvPr id="3" name="Subtitle 2"/>
          <p:cNvSpPr>
            <a:spLocks noGrp="1"/>
          </p:cNvSpPr>
          <p:nvPr>
            <p:ph type="subTitle" idx="1"/>
          </p:nvPr>
        </p:nvSpPr>
        <p:spPr>
          <a:xfrm>
            <a:off x="5560887" y="3248562"/>
            <a:ext cx="2898507" cy="428400"/>
          </a:xfrm>
        </p:spPr>
        <p:txBody>
          <a:bodyPr lIns="0" tIns="0" rIns="0" bIns="0">
            <a:normAutofit/>
          </a:bodyPr>
          <a:lstStyle>
            <a:lvl1pPr marL="0" indent="0" algn="l">
              <a:lnSpc>
                <a:spcPct val="100000"/>
              </a:lnSpc>
              <a:buNone/>
              <a:defRPr sz="12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Formatvorlage des Untertitelmasters durch Klicken bearbeiten</a:t>
            </a:r>
            <a:endParaRPr lang="de-DE" dirty="0"/>
          </a:p>
        </p:txBody>
      </p:sp>
      <p:pic>
        <p:nvPicPr>
          <p:cNvPr id="11" name="Picture 27" descr="Logo_allein_klein"/>
          <p:cNvPicPr>
            <a:picLocks noChangeAspect="1" noChangeArrowheads="1"/>
          </p:cNvPicPr>
          <p:nvPr userDrawn="1"/>
        </p:nvPicPr>
        <p:blipFill>
          <a:blip r:embed="rId3" cstate="print"/>
          <a:srcRect/>
          <a:stretch>
            <a:fillRect/>
          </a:stretch>
        </p:blipFill>
        <p:spPr bwMode="auto">
          <a:xfrm>
            <a:off x="7753526" y="5192129"/>
            <a:ext cx="922162" cy="417621"/>
          </a:xfrm>
          <a:prstGeom prst="rect">
            <a:avLst/>
          </a:prstGeom>
          <a:noFill/>
        </p:spPr>
      </p:pic>
    </p:spTree>
    <p:extLst>
      <p:ext uri="{BB962C8B-B14F-4D97-AF65-F5344CB8AC3E}">
        <p14:creationId xmlns:p14="http://schemas.microsoft.com/office/powerpoint/2010/main" val="3151040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8313" y="396000"/>
            <a:ext cx="8207375" cy="278290"/>
          </a:xfrm>
          <a:prstGeom prst="rect">
            <a:avLst/>
          </a:prstGeom>
        </p:spPr>
        <p:txBody>
          <a:bodyPr vert="horz" lIns="0" tIns="0" rIns="0" bIns="0" rtlCol="0" anchor="b">
            <a:noAutofit/>
          </a:bodyPr>
          <a:lstStyle/>
          <a:p>
            <a:r>
              <a:rPr lang="de-DE" dirty="0"/>
              <a:t>Titelmasterformat durch Klicken bearbeiten</a:t>
            </a:r>
            <a:endParaRPr lang="en-US" dirty="0"/>
          </a:p>
        </p:txBody>
      </p:sp>
      <p:sp>
        <p:nvSpPr>
          <p:cNvPr id="3" name="Text Placeholder 2"/>
          <p:cNvSpPr>
            <a:spLocks noGrp="1"/>
          </p:cNvSpPr>
          <p:nvPr>
            <p:ph type="body" idx="1"/>
          </p:nvPr>
        </p:nvSpPr>
        <p:spPr>
          <a:xfrm>
            <a:off x="468313" y="1597025"/>
            <a:ext cx="8207375" cy="3492500"/>
          </a:xfrm>
          <a:prstGeom prst="rect">
            <a:avLst/>
          </a:prstGeom>
        </p:spPr>
        <p:txBody>
          <a:bodyPr vert="horz" lIns="0" tIns="0" rIns="0" bIns="0" rtlCol="0">
            <a:no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Date Placeholder 3"/>
          <p:cNvSpPr>
            <a:spLocks noGrp="1"/>
          </p:cNvSpPr>
          <p:nvPr>
            <p:ph type="dt" sz="half" idx="2"/>
          </p:nvPr>
        </p:nvSpPr>
        <p:spPr>
          <a:xfrm>
            <a:off x="7754400" y="5418000"/>
            <a:ext cx="532800" cy="126000"/>
          </a:xfrm>
          <a:prstGeom prst="rect">
            <a:avLst/>
          </a:prstGeom>
        </p:spPr>
        <p:txBody>
          <a:bodyPr vert="horz" lIns="0" tIns="0" rIns="0" bIns="0" rtlCol="0" anchor="t" anchorCtr="0">
            <a:spAutoFit/>
          </a:bodyPr>
          <a:lstStyle>
            <a:lvl1pPr>
              <a:defRPr lang="en-US" sz="800" smtClean="0"/>
            </a:lvl1pPr>
          </a:lstStyle>
          <a:p>
            <a:fld id="{33DE23CC-3630-4ECD-99B9-66653279476A}" type="datetime1">
              <a:rPr lang="de-DE" smtClean="0"/>
              <a:t>23.02.2026</a:t>
            </a:fld>
            <a:endParaRPr lang="en-US"/>
          </a:p>
        </p:txBody>
      </p:sp>
      <p:sp>
        <p:nvSpPr>
          <p:cNvPr id="5" name="Footer Placeholder 4"/>
          <p:cNvSpPr>
            <a:spLocks noGrp="1"/>
          </p:cNvSpPr>
          <p:nvPr>
            <p:ph type="ftr" sz="quarter" idx="3"/>
          </p:nvPr>
        </p:nvSpPr>
        <p:spPr>
          <a:xfrm>
            <a:off x="468313" y="5418000"/>
            <a:ext cx="6061913" cy="126000"/>
          </a:xfrm>
          <a:prstGeom prst="rect">
            <a:avLst/>
          </a:prstGeom>
        </p:spPr>
        <p:txBody>
          <a:bodyPr vert="horz" wrap="square" lIns="0" tIns="0" rIns="0" bIns="0" rtlCol="0" anchor="t" anchorCtr="0">
            <a:spAutoFit/>
          </a:bodyPr>
          <a:lstStyle>
            <a:lvl1pPr algn="l">
              <a:defRPr sz="800">
                <a:solidFill>
                  <a:schemeClr val="tx1"/>
                </a:solidFill>
              </a:defRPr>
            </a:lvl1pPr>
          </a:lstStyle>
          <a:p>
            <a:r>
              <a:rPr lang="en-US" dirty="0"/>
              <a:t>University of Stuttgart, IAS</a:t>
            </a:r>
          </a:p>
        </p:txBody>
      </p:sp>
      <p:sp>
        <p:nvSpPr>
          <p:cNvPr id="6" name="Slide Number Placeholder 5"/>
          <p:cNvSpPr>
            <a:spLocks noGrp="1"/>
          </p:cNvSpPr>
          <p:nvPr>
            <p:ph type="sldNum" sz="quarter" idx="4"/>
          </p:nvPr>
        </p:nvSpPr>
        <p:spPr>
          <a:xfrm>
            <a:off x="8539200" y="5418000"/>
            <a:ext cx="223200" cy="126000"/>
          </a:xfrm>
          <a:prstGeom prst="rect">
            <a:avLst/>
          </a:prstGeom>
        </p:spPr>
        <p:txBody>
          <a:bodyPr vert="horz" lIns="0" tIns="0" rIns="0" bIns="0" rtlCol="0" anchor="t" anchorCtr="0">
            <a:spAutoFit/>
          </a:bodyPr>
          <a:lstStyle>
            <a:lvl1pPr algn="l">
              <a:defRPr sz="800">
                <a:solidFill>
                  <a:schemeClr val="tx1"/>
                </a:solidFill>
              </a:defRPr>
            </a:lvl1pPr>
          </a:lstStyle>
          <a:p>
            <a:fld id="{9E82CC3C-1DC0-4FDA-9590-6CC506AB67F8}" type="slidenum">
              <a:rPr lang="en-US" smtClean="0"/>
              <a:pPr/>
              <a:t>‹#›</a:t>
            </a:fld>
            <a:endParaRPr lang="en-US" dirty="0"/>
          </a:p>
        </p:txBody>
      </p:sp>
    </p:spTree>
    <p:extLst>
      <p:ext uri="{BB962C8B-B14F-4D97-AF65-F5344CB8AC3E}">
        <p14:creationId xmlns:p14="http://schemas.microsoft.com/office/powerpoint/2010/main" val="1297630091"/>
      </p:ext>
    </p:extLst>
  </p:cSld>
  <p:clrMap bg1="lt1" tx1="dk1" bg2="lt2" tx2="dk2" accent1="accent1" accent2="accent2" accent3="accent3" accent4="accent4" accent5="accent5" accent6="accent6" hlink="hlink" folHlink="folHlink"/>
  <p:sldLayoutIdLst>
    <p:sldLayoutId id="2147483661" r:id="rId1"/>
    <p:sldLayoutId id="2147483675" r:id="rId2"/>
    <p:sldLayoutId id="2147483690" r:id="rId3"/>
    <p:sldLayoutId id="2147483662" r:id="rId4"/>
    <p:sldLayoutId id="2147483663" r:id="rId5"/>
    <p:sldLayoutId id="2147483676" r:id="rId6"/>
    <p:sldLayoutId id="2147483680" r:id="rId7"/>
    <p:sldLayoutId id="2147483664" r:id="rId8"/>
    <p:sldLayoutId id="2147483665" r:id="rId9"/>
    <p:sldLayoutId id="2147483677" r:id="rId10"/>
    <p:sldLayoutId id="2147483678" r:id="rId11"/>
    <p:sldLayoutId id="2147483679" r:id="rId12"/>
    <p:sldLayoutId id="2147483684" r:id="rId13"/>
    <p:sldLayoutId id="2147483685" r:id="rId14"/>
    <p:sldLayoutId id="2147483682" r:id="rId15"/>
    <p:sldLayoutId id="2147483681" r:id="rId16"/>
    <p:sldLayoutId id="2147483683" r:id="rId17"/>
    <p:sldLayoutId id="2147483666" r:id="rId18"/>
    <p:sldLayoutId id="2147483667" r:id="rId19"/>
    <p:sldLayoutId id="2147483689" r:id="rId20"/>
    <p:sldLayoutId id="2147483691" r:id="rId21"/>
  </p:sldLayoutIdLst>
  <p:hf hdr="0"/>
  <p:txStyles>
    <p:titleStyle>
      <a:lvl1pPr algn="l" defTabSz="685800" rtl="0" eaLnBrk="1" latinLnBrk="0" hangingPunct="1">
        <a:lnSpc>
          <a:spcPct val="90000"/>
        </a:lnSpc>
        <a:spcBef>
          <a:spcPct val="0"/>
        </a:spcBef>
        <a:buNone/>
        <a:defRPr sz="1800" b="1" kern="1200">
          <a:solidFill>
            <a:schemeClr val="tx1"/>
          </a:solidFill>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Font typeface="Arial" panose="020B0604020202020204" pitchFamily="34" charset="0"/>
        <a:buChar char="•"/>
        <a:defRPr sz="1600" kern="1200">
          <a:solidFill>
            <a:schemeClr val="tx1"/>
          </a:solidFill>
          <a:latin typeface="+mn-lt"/>
          <a:ea typeface="+mn-ea"/>
          <a:cs typeface="+mn-cs"/>
        </a:defRPr>
      </a:lvl1pPr>
      <a:lvl2pPr marL="360363" indent="-184150" algn="l" defTabSz="685800" rtl="0" eaLnBrk="1" latinLnBrk="0" hangingPunct="1">
        <a:lnSpc>
          <a:spcPct val="120000"/>
        </a:lnSpc>
        <a:spcBef>
          <a:spcPts val="375"/>
        </a:spcBef>
        <a:buClr>
          <a:schemeClr val="tx1"/>
        </a:buClr>
        <a:buFont typeface="Arial" panose="020B0604020202020204" pitchFamily="34" charset="0"/>
        <a:buChar char="•"/>
        <a:defRPr sz="1600" kern="1200">
          <a:solidFill>
            <a:schemeClr val="tx1"/>
          </a:solidFill>
          <a:latin typeface="+mn-lt"/>
          <a:ea typeface="+mn-ea"/>
          <a:cs typeface="+mn-cs"/>
        </a:defRPr>
      </a:lvl2pPr>
      <a:lvl3pPr marL="536575" indent="-176213" algn="l" defTabSz="685800" rtl="0" eaLnBrk="1" latinLnBrk="0" hangingPunct="1">
        <a:lnSpc>
          <a:spcPct val="120000"/>
        </a:lnSpc>
        <a:spcBef>
          <a:spcPts val="375"/>
        </a:spcBef>
        <a:buClr>
          <a:schemeClr val="tx1"/>
        </a:buClr>
        <a:buFont typeface="Arial" panose="020B0604020202020204" pitchFamily="34" charset="0"/>
        <a:buChar char="•"/>
        <a:defRPr sz="1400" kern="1200">
          <a:solidFill>
            <a:schemeClr val="tx1"/>
          </a:solidFill>
          <a:latin typeface="+mn-lt"/>
          <a:ea typeface="+mn-ea"/>
          <a:cs typeface="+mn-cs"/>
        </a:defRPr>
      </a:lvl3pPr>
      <a:lvl4pPr marL="720725" indent="-184150" algn="l" defTabSz="685800" rtl="0" eaLnBrk="1" latinLnBrk="0" hangingPunct="1">
        <a:lnSpc>
          <a:spcPct val="120000"/>
        </a:lnSpc>
        <a:spcBef>
          <a:spcPts val="375"/>
        </a:spcBef>
        <a:buClr>
          <a:schemeClr val="tx1"/>
        </a:buClr>
        <a:buFont typeface="Arial" panose="020B0604020202020204" pitchFamily="34" charset="0"/>
        <a:buChar char="•"/>
        <a:defRPr sz="1400" kern="1200">
          <a:solidFill>
            <a:schemeClr val="tx1"/>
          </a:solidFill>
          <a:latin typeface="+mn-lt"/>
          <a:ea typeface="+mn-ea"/>
          <a:cs typeface="+mn-cs"/>
        </a:defRPr>
      </a:lvl4pPr>
      <a:lvl5pPr marL="896938" indent="-176213" algn="l" defTabSz="685800" rtl="0" eaLnBrk="1" latinLnBrk="0" hangingPunct="1">
        <a:lnSpc>
          <a:spcPct val="120000"/>
        </a:lnSpc>
        <a:spcBef>
          <a:spcPts val="375"/>
        </a:spcBef>
        <a:buClr>
          <a:schemeClr val="tx1"/>
        </a:buClr>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06" userDrawn="1">
          <p15:clr>
            <a:srgbClr val="F26B43"/>
          </p15:clr>
        </p15:guide>
        <p15:guide id="2" pos="295" userDrawn="1">
          <p15:clr>
            <a:srgbClr val="F26B43"/>
          </p15:clr>
        </p15:guide>
        <p15:guide id="3" orient="horz" pos="3206" userDrawn="1">
          <p15:clr>
            <a:srgbClr val="F26B43"/>
          </p15:clr>
        </p15:guide>
        <p15:guide id="4" pos="5465"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code.visualstudio.com/docs/copilot/customization/prompt-files" TargetMode="Externa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 Id="rId5" Type="http://schemas.openxmlformats.org/officeDocument/2006/relationships/image" Target="../media/image28.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A0913CD4-32A5-4111-BD4B-0454E5323815}"/>
              </a:ext>
            </a:extLst>
          </p:cNvPr>
          <p:cNvSpPr>
            <a:spLocks noGrp="1"/>
          </p:cNvSpPr>
          <p:nvPr>
            <p:ph type="pic" sz="quarter" idx="10"/>
          </p:nvPr>
        </p:nvSpPr>
        <p:spPr/>
        <p:txBody>
          <a:bodyPr/>
          <a:lstStyle/>
          <a:p>
            <a:endParaRPr lang="en-US"/>
          </a:p>
        </p:txBody>
      </p:sp>
      <p:sp>
        <p:nvSpPr>
          <p:cNvPr id="15" name="Textplatzhalter 14"/>
          <p:cNvSpPr>
            <a:spLocks noGrp="1"/>
          </p:cNvSpPr>
          <p:nvPr>
            <p:ph type="body" sz="quarter" idx="13"/>
          </p:nvPr>
        </p:nvSpPr>
        <p:spPr/>
        <p:txBody>
          <a:bodyPr/>
          <a:lstStyle/>
          <a:p>
            <a:r>
              <a:rPr lang="de-DE" dirty="0"/>
              <a:t>Institute </a:t>
            </a:r>
            <a:r>
              <a:rPr lang="de-DE" dirty="0" err="1"/>
              <a:t>of</a:t>
            </a:r>
            <a:r>
              <a:rPr lang="de-DE" dirty="0"/>
              <a:t> Industrial Automation</a:t>
            </a:r>
          </a:p>
          <a:p>
            <a:r>
              <a:rPr lang="de-DE" dirty="0" err="1"/>
              <a:t>and</a:t>
            </a:r>
            <a:r>
              <a:rPr lang="de-DE" dirty="0"/>
              <a:t> Software Engineering</a:t>
            </a:r>
          </a:p>
        </p:txBody>
      </p:sp>
      <p:sp>
        <p:nvSpPr>
          <p:cNvPr id="12" name="Titel 11"/>
          <p:cNvSpPr>
            <a:spLocks noGrp="1"/>
          </p:cNvSpPr>
          <p:nvPr>
            <p:ph type="ctrTitle"/>
          </p:nvPr>
        </p:nvSpPr>
        <p:spPr/>
        <p:txBody>
          <a:bodyPr/>
          <a:lstStyle/>
          <a:p>
            <a:r>
              <a:rPr lang="en-US" sz="1800" dirty="0"/>
              <a:t>LLM-Assisted System</a:t>
            </a:r>
            <a:br>
              <a:rPr lang="en-US" sz="1800" dirty="0"/>
            </a:br>
            <a:r>
              <a:rPr lang="en-US" sz="1800" dirty="0"/>
              <a:t>Test Generation from </a:t>
            </a:r>
            <a:br>
              <a:rPr lang="en-US" sz="1800" dirty="0"/>
            </a:br>
            <a:r>
              <a:rPr lang="en-US" sz="1800" dirty="0"/>
              <a:t>Software Documentation</a:t>
            </a:r>
          </a:p>
        </p:txBody>
      </p:sp>
      <p:sp>
        <p:nvSpPr>
          <p:cNvPr id="13" name="Untertitel 12"/>
          <p:cNvSpPr>
            <a:spLocks noGrp="1"/>
          </p:cNvSpPr>
          <p:nvPr>
            <p:ph type="subTitle" idx="1"/>
          </p:nvPr>
        </p:nvSpPr>
        <p:spPr/>
        <p:txBody>
          <a:bodyPr/>
          <a:lstStyle/>
          <a:p>
            <a:r>
              <a:rPr lang="de-DE" dirty="0"/>
              <a:t>Research Project Presentation</a:t>
            </a:r>
          </a:p>
        </p:txBody>
      </p:sp>
      <p:sp>
        <p:nvSpPr>
          <p:cNvPr id="8" name="Untertitel 2"/>
          <p:cNvSpPr txBox="1">
            <a:spLocks/>
          </p:cNvSpPr>
          <p:nvPr/>
        </p:nvSpPr>
        <p:spPr>
          <a:xfrm>
            <a:off x="6250642" y="4082257"/>
            <a:ext cx="1938317" cy="428400"/>
          </a:xfrm>
          <a:prstGeom prst="rect">
            <a:avLst/>
          </a:prstGeom>
        </p:spPr>
        <p:txBody>
          <a:bodyPr vert="horz" lIns="0" tIns="0" rIns="0" bIns="0" rtlCol="0">
            <a:normAutofit/>
          </a:bodyPr>
          <a:lstStyle>
            <a:lvl1pPr marL="0" indent="0" algn="l" defTabSz="685800" rtl="0" eaLnBrk="1" latinLnBrk="0" hangingPunct="1">
              <a:lnSpc>
                <a:spcPct val="100000"/>
              </a:lnSpc>
              <a:spcBef>
                <a:spcPts val="750"/>
              </a:spcBef>
              <a:buClr>
                <a:schemeClr val="accent1"/>
              </a:buClr>
              <a:buFont typeface="Arial" panose="020B0604020202020204" pitchFamily="34" charset="0"/>
              <a:buNone/>
              <a:defRPr sz="1200" kern="1200">
                <a:solidFill>
                  <a:schemeClr val="bg1"/>
                </a:solidFill>
                <a:latin typeface="+mn-lt"/>
                <a:ea typeface="+mn-ea"/>
                <a:cs typeface="+mn-cs"/>
              </a:defRPr>
            </a:lvl1pPr>
            <a:lvl2pPr marL="342900" indent="0" algn="ctr" defTabSz="685800" rtl="0" eaLnBrk="1" latinLnBrk="0" hangingPunct="1">
              <a:lnSpc>
                <a:spcPct val="120000"/>
              </a:lnSpc>
              <a:spcBef>
                <a:spcPts val="375"/>
              </a:spcBef>
              <a:buClr>
                <a:schemeClr val="tx1"/>
              </a:buClr>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120000"/>
              </a:lnSpc>
              <a:spcBef>
                <a:spcPts val="375"/>
              </a:spcBef>
              <a:buClr>
                <a:schemeClr val="tx1"/>
              </a:buClr>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120000"/>
              </a:lnSpc>
              <a:spcBef>
                <a:spcPts val="375"/>
              </a:spcBef>
              <a:buClr>
                <a:schemeClr val="tx1"/>
              </a:buClr>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120000"/>
              </a:lnSpc>
              <a:spcBef>
                <a:spcPts val="375"/>
              </a:spcBef>
              <a:buClr>
                <a:schemeClr val="tx1"/>
              </a:buClr>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sz="1000" dirty="0"/>
              <a:t>Ayush Mittal</a:t>
            </a:r>
            <a:br>
              <a:rPr lang="en-US" sz="1000" dirty="0"/>
            </a:br>
            <a:r>
              <a:rPr lang="en-US" sz="1000" dirty="0"/>
              <a:t>INFOTECH</a:t>
            </a:r>
          </a:p>
        </p:txBody>
      </p:sp>
    </p:spTree>
    <p:extLst>
      <p:ext uri="{BB962C8B-B14F-4D97-AF65-F5344CB8AC3E}">
        <p14:creationId xmlns:p14="http://schemas.microsoft.com/office/powerpoint/2010/main" val="586997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6421C85-DEA1-4CD6-8B32-76BB39DE18AD}"/>
              </a:ext>
            </a:extLst>
          </p:cNvPr>
          <p:cNvSpPr>
            <a:spLocks noGrp="1"/>
          </p:cNvSpPr>
          <p:nvPr>
            <p:ph type="dt" sz="half" idx="10"/>
          </p:nvPr>
        </p:nvSpPr>
        <p:spPr/>
        <p:txBody>
          <a:bodyPr/>
          <a:lstStyle/>
          <a:p>
            <a:fld id="{ADD5F158-9566-4160-BC21-296F51BA69C4}" type="datetime1">
              <a:rPr lang="de-DE" smtClean="0"/>
              <a:t>23.02.2026</a:t>
            </a:fld>
            <a:endParaRPr lang="de-DE" dirty="0"/>
          </a:p>
        </p:txBody>
      </p:sp>
      <p:sp>
        <p:nvSpPr>
          <p:cNvPr id="4" name="Fußzeilenplatzhalter 3">
            <a:extLst>
              <a:ext uri="{FF2B5EF4-FFF2-40B4-BE49-F238E27FC236}">
                <a16:creationId xmlns:a16="http://schemas.microsoft.com/office/drawing/2014/main" id="{DD50CC6D-38CA-4735-9A95-D3147BFDB0FB}"/>
              </a:ext>
            </a:extLst>
          </p:cNvPr>
          <p:cNvSpPr>
            <a:spLocks noGrp="1"/>
          </p:cNvSpPr>
          <p:nvPr>
            <p:ph type="ftr" sz="quarter" idx="11"/>
          </p:nvPr>
        </p:nvSpPr>
        <p:spPr/>
        <p:txBody>
          <a:bodyPr/>
          <a:lstStyle/>
          <a:p>
            <a:r>
              <a:rPr lang="de-DE"/>
              <a:t>University of Stuttgart, IAS</a:t>
            </a:r>
            <a:endParaRPr lang="de-DE" dirty="0"/>
          </a:p>
        </p:txBody>
      </p:sp>
      <p:sp>
        <p:nvSpPr>
          <p:cNvPr id="5" name="Foliennummernplatzhalter 4">
            <a:extLst>
              <a:ext uri="{FF2B5EF4-FFF2-40B4-BE49-F238E27FC236}">
                <a16:creationId xmlns:a16="http://schemas.microsoft.com/office/drawing/2014/main" id="{69C24207-AC20-4EF7-B6C0-83C71F2C35E1}"/>
              </a:ext>
            </a:extLst>
          </p:cNvPr>
          <p:cNvSpPr>
            <a:spLocks noGrp="1"/>
          </p:cNvSpPr>
          <p:nvPr>
            <p:ph type="sldNum" sz="quarter" idx="12"/>
          </p:nvPr>
        </p:nvSpPr>
        <p:spPr/>
        <p:txBody>
          <a:bodyPr/>
          <a:lstStyle/>
          <a:p>
            <a:fld id="{9E82CC3C-1DC0-4FDA-9590-6CC506AB67F8}" type="slidenum">
              <a:rPr lang="de-DE" smtClean="0"/>
              <a:t>2</a:t>
            </a:fld>
            <a:endParaRPr lang="de-DE" dirty="0"/>
          </a:p>
        </p:txBody>
      </p:sp>
      <p:sp>
        <p:nvSpPr>
          <p:cNvPr id="6" name="Textplatzhalter 5">
            <a:extLst>
              <a:ext uri="{FF2B5EF4-FFF2-40B4-BE49-F238E27FC236}">
                <a16:creationId xmlns:a16="http://schemas.microsoft.com/office/drawing/2014/main" id="{0E1DA61D-AF21-4BF5-B316-86F84B1EF8B9}"/>
              </a:ext>
            </a:extLst>
          </p:cNvPr>
          <p:cNvSpPr>
            <a:spLocks noGrp="1"/>
          </p:cNvSpPr>
          <p:nvPr>
            <p:ph type="body" sz="quarter" idx="13"/>
          </p:nvPr>
        </p:nvSpPr>
        <p:spPr/>
        <p:txBody>
          <a:bodyPr/>
          <a:lstStyle/>
          <a:p>
            <a:r>
              <a:rPr lang="en-US" dirty="0"/>
              <a:t>Problem in Context</a:t>
            </a:r>
            <a:endParaRPr lang="de-DE" dirty="0"/>
          </a:p>
        </p:txBody>
      </p:sp>
      <p:sp>
        <p:nvSpPr>
          <p:cNvPr id="7" name="Titel 6">
            <a:extLst>
              <a:ext uri="{FF2B5EF4-FFF2-40B4-BE49-F238E27FC236}">
                <a16:creationId xmlns:a16="http://schemas.microsoft.com/office/drawing/2014/main" id="{91C244C2-B847-4AF1-B93E-3730DD1A2A17}"/>
              </a:ext>
            </a:extLst>
          </p:cNvPr>
          <p:cNvSpPr>
            <a:spLocks noGrp="1"/>
          </p:cNvSpPr>
          <p:nvPr>
            <p:ph type="title"/>
          </p:nvPr>
        </p:nvSpPr>
        <p:spPr/>
        <p:txBody>
          <a:bodyPr/>
          <a:lstStyle/>
          <a:p>
            <a:r>
              <a:rPr lang="de-DE" dirty="0"/>
              <a:t>Motivation</a:t>
            </a:r>
          </a:p>
        </p:txBody>
      </p:sp>
      <p:pic>
        <p:nvPicPr>
          <p:cNvPr id="22" name="Picture 21">
            <a:extLst>
              <a:ext uri="{FF2B5EF4-FFF2-40B4-BE49-F238E27FC236}">
                <a16:creationId xmlns:a16="http://schemas.microsoft.com/office/drawing/2014/main" id="{AEC0E0A6-9160-089A-AC1B-37FED2A5E9C5}"/>
              </a:ext>
            </a:extLst>
          </p:cNvPr>
          <p:cNvPicPr>
            <a:picLocks noChangeAspect="1"/>
          </p:cNvPicPr>
          <p:nvPr/>
        </p:nvPicPr>
        <p:blipFill>
          <a:blip r:embed="rId3"/>
          <a:srcRect l="1122" t="6790" r="1137" b="8567"/>
          <a:stretch>
            <a:fillRect/>
          </a:stretch>
        </p:blipFill>
        <p:spPr>
          <a:xfrm>
            <a:off x="424800" y="1937897"/>
            <a:ext cx="8294400" cy="1267415"/>
          </a:xfrm>
          <a:prstGeom prst="rect">
            <a:avLst/>
          </a:prstGeom>
        </p:spPr>
      </p:pic>
    </p:spTree>
    <p:extLst>
      <p:ext uri="{BB962C8B-B14F-4D97-AF65-F5344CB8AC3E}">
        <p14:creationId xmlns:p14="http://schemas.microsoft.com/office/powerpoint/2010/main" val="294041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4669B-1A09-1FC5-22BB-2F18C21F0541}"/>
            </a:ext>
          </a:extLst>
        </p:cNvPr>
        <p:cNvGrpSpPr/>
        <p:nvPr/>
      </p:nvGrpSpPr>
      <p:grpSpPr>
        <a:xfrm>
          <a:off x="0" y="0"/>
          <a:ext cx="0" cy="0"/>
          <a:chOff x="0" y="0"/>
          <a:chExt cx="0" cy="0"/>
        </a:xfrm>
      </p:grpSpPr>
      <p:sp>
        <p:nvSpPr>
          <p:cNvPr id="3" name="Datumsplatzhalter 2">
            <a:extLst>
              <a:ext uri="{FF2B5EF4-FFF2-40B4-BE49-F238E27FC236}">
                <a16:creationId xmlns:a16="http://schemas.microsoft.com/office/drawing/2014/main" id="{4B39B712-C1D4-091A-96D4-EBAA5C13892A}"/>
              </a:ext>
            </a:extLst>
          </p:cNvPr>
          <p:cNvSpPr>
            <a:spLocks noGrp="1"/>
          </p:cNvSpPr>
          <p:nvPr>
            <p:ph type="dt" sz="half" idx="10"/>
          </p:nvPr>
        </p:nvSpPr>
        <p:spPr/>
        <p:txBody>
          <a:bodyPr/>
          <a:lstStyle/>
          <a:p>
            <a:fld id="{ADD5F158-9566-4160-BC21-296F51BA69C4}" type="datetime1">
              <a:rPr lang="de-DE" smtClean="0"/>
              <a:t>23.02.2026</a:t>
            </a:fld>
            <a:endParaRPr lang="de-DE" dirty="0"/>
          </a:p>
        </p:txBody>
      </p:sp>
      <p:sp>
        <p:nvSpPr>
          <p:cNvPr id="4" name="Fußzeilenplatzhalter 3">
            <a:extLst>
              <a:ext uri="{FF2B5EF4-FFF2-40B4-BE49-F238E27FC236}">
                <a16:creationId xmlns:a16="http://schemas.microsoft.com/office/drawing/2014/main" id="{6503D621-4670-0934-9BA3-7D18175C5D38}"/>
              </a:ext>
            </a:extLst>
          </p:cNvPr>
          <p:cNvSpPr>
            <a:spLocks noGrp="1"/>
          </p:cNvSpPr>
          <p:nvPr>
            <p:ph type="ftr" sz="quarter" idx="11"/>
          </p:nvPr>
        </p:nvSpPr>
        <p:spPr/>
        <p:txBody>
          <a:bodyPr/>
          <a:lstStyle/>
          <a:p>
            <a:r>
              <a:rPr lang="de-DE"/>
              <a:t>University of Stuttgart, IAS</a:t>
            </a:r>
            <a:endParaRPr lang="de-DE" dirty="0"/>
          </a:p>
        </p:txBody>
      </p:sp>
      <p:sp>
        <p:nvSpPr>
          <p:cNvPr id="5" name="Foliennummernplatzhalter 4">
            <a:extLst>
              <a:ext uri="{FF2B5EF4-FFF2-40B4-BE49-F238E27FC236}">
                <a16:creationId xmlns:a16="http://schemas.microsoft.com/office/drawing/2014/main" id="{8A272EF1-5D4C-B9B9-D1EC-89EBEBACD4B9}"/>
              </a:ext>
            </a:extLst>
          </p:cNvPr>
          <p:cNvSpPr>
            <a:spLocks noGrp="1"/>
          </p:cNvSpPr>
          <p:nvPr>
            <p:ph type="sldNum" sz="quarter" idx="12"/>
          </p:nvPr>
        </p:nvSpPr>
        <p:spPr/>
        <p:txBody>
          <a:bodyPr/>
          <a:lstStyle/>
          <a:p>
            <a:fld id="{9E82CC3C-1DC0-4FDA-9590-6CC506AB67F8}" type="slidenum">
              <a:rPr lang="de-DE" smtClean="0"/>
              <a:t>3</a:t>
            </a:fld>
            <a:endParaRPr lang="de-DE" dirty="0"/>
          </a:p>
        </p:txBody>
      </p:sp>
      <p:sp>
        <p:nvSpPr>
          <p:cNvPr id="6" name="Textplatzhalter 5">
            <a:extLst>
              <a:ext uri="{FF2B5EF4-FFF2-40B4-BE49-F238E27FC236}">
                <a16:creationId xmlns:a16="http://schemas.microsoft.com/office/drawing/2014/main" id="{10F046A5-A12C-8207-EFD0-DC825470DE75}"/>
              </a:ext>
            </a:extLst>
          </p:cNvPr>
          <p:cNvSpPr>
            <a:spLocks noGrp="1"/>
          </p:cNvSpPr>
          <p:nvPr>
            <p:ph type="body" sz="quarter" idx="13"/>
          </p:nvPr>
        </p:nvSpPr>
        <p:spPr/>
        <p:txBody>
          <a:bodyPr/>
          <a:lstStyle/>
          <a:p>
            <a:r>
              <a:rPr lang="en-US" dirty="0"/>
              <a:t>Problem in Context</a:t>
            </a:r>
            <a:endParaRPr lang="de-DE" dirty="0"/>
          </a:p>
        </p:txBody>
      </p:sp>
      <p:sp>
        <p:nvSpPr>
          <p:cNvPr id="7" name="Titel 6">
            <a:extLst>
              <a:ext uri="{FF2B5EF4-FFF2-40B4-BE49-F238E27FC236}">
                <a16:creationId xmlns:a16="http://schemas.microsoft.com/office/drawing/2014/main" id="{E86A299C-3DB8-0D15-3831-0B2C0FF5C052}"/>
              </a:ext>
            </a:extLst>
          </p:cNvPr>
          <p:cNvSpPr>
            <a:spLocks noGrp="1"/>
          </p:cNvSpPr>
          <p:nvPr>
            <p:ph type="title"/>
          </p:nvPr>
        </p:nvSpPr>
        <p:spPr/>
        <p:txBody>
          <a:bodyPr/>
          <a:lstStyle/>
          <a:p>
            <a:r>
              <a:rPr lang="de-DE" dirty="0"/>
              <a:t>Motivation</a:t>
            </a:r>
          </a:p>
        </p:txBody>
      </p:sp>
      <p:pic>
        <p:nvPicPr>
          <p:cNvPr id="12" name="Picture 11">
            <a:extLst>
              <a:ext uri="{FF2B5EF4-FFF2-40B4-BE49-F238E27FC236}">
                <a16:creationId xmlns:a16="http://schemas.microsoft.com/office/drawing/2014/main" id="{6BA6F961-D952-3C39-85A8-61368FBEF78A}"/>
              </a:ext>
            </a:extLst>
          </p:cNvPr>
          <p:cNvPicPr>
            <a:picLocks noChangeAspect="1"/>
          </p:cNvPicPr>
          <p:nvPr/>
        </p:nvPicPr>
        <p:blipFill>
          <a:blip r:embed="rId3"/>
          <a:stretch>
            <a:fillRect/>
          </a:stretch>
        </p:blipFill>
        <p:spPr>
          <a:xfrm>
            <a:off x="381600" y="1085587"/>
            <a:ext cx="8100709" cy="4332413"/>
          </a:xfrm>
          <a:prstGeom prst="rect">
            <a:avLst/>
          </a:prstGeom>
        </p:spPr>
      </p:pic>
    </p:spTree>
    <p:extLst>
      <p:ext uri="{BB962C8B-B14F-4D97-AF65-F5344CB8AC3E}">
        <p14:creationId xmlns:p14="http://schemas.microsoft.com/office/powerpoint/2010/main" val="772102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885C5-A612-57C6-5618-001169AB3811}"/>
            </a:ext>
          </a:extLst>
        </p:cNvPr>
        <p:cNvGrpSpPr/>
        <p:nvPr/>
      </p:nvGrpSpPr>
      <p:grpSpPr>
        <a:xfrm>
          <a:off x="0" y="0"/>
          <a:ext cx="0" cy="0"/>
          <a:chOff x="0" y="0"/>
          <a:chExt cx="0" cy="0"/>
        </a:xfrm>
      </p:grpSpPr>
      <p:sp>
        <p:nvSpPr>
          <p:cNvPr id="3" name="Datumsplatzhalter 2">
            <a:extLst>
              <a:ext uri="{FF2B5EF4-FFF2-40B4-BE49-F238E27FC236}">
                <a16:creationId xmlns:a16="http://schemas.microsoft.com/office/drawing/2014/main" id="{55188F60-8BBD-AD04-AA6E-7BBD96962364}"/>
              </a:ext>
            </a:extLst>
          </p:cNvPr>
          <p:cNvSpPr>
            <a:spLocks noGrp="1"/>
          </p:cNvSpPr>
          <p:nvPr>
            <p:ph type="dt" sz="half" idx="10"/>
          </p:nvPr>
        </p:nvSpPr>
        <p:spPr/>
        <p:txBody>
          <a:bodyPr/>
          <a:lstStyle/>
          <a:p>
            <a:fld id="{ADD5F158-9566-4160-BC21-296F51BA69C4}" type="datetime1">
              <a:rPr lang="de-DE" smtClean="0"/>
              <a:t>23.02.2026</a:t>
            </a:fld>
            <a:endParaRPr lang="de-DE" dirty="0"/>
          </a:p>
        </p:txBody>
      </p:sp>
      <p:sp>
        <p:nvSpPr>
          <p:cNvPr id="4" name="Fußzeilenplatzhalter 3">
            <a:extLst>
              <a:ext uri="{FF2B5EF4-FFF2-40B4-BE49-F238E27FC236}">
                <a16:creationId xmlns:a16="http://schemas.microsoft.com/office/drawing/2014/main" id="{6370536C-0635-1457-84C0-A939F1632745}"/>
              </a:ext>
            </a:extLst>
          </p:cNvPr>
          <p:cNvSpPr>
            <a:spLocks noGrp="1"/>
          </p:cNvSpPr>
          <p:nvPr>
            <p:ph type="ftr" sz="quarter" idx="11"/>
          </p:nvPr>
        </p:nvSpPr>
        <p:spPr/>
        <p:txBody>
          <a:bodyPr/>
          <a:lstStyle/>
          <a:p>
            <a:r>
              <a:rPr lang="de-DE"/>
              <a:t>University of Stuttgart, IAS</a:t>
            </a:r>
            <a:endParaRPr lang="de-DE" dirty="0"/>
          </a:p>
        </p:txBody>
      </p:sp>
      <p:sp>
        <p:nvSpPr>
          <p:cNvPr id="5" name="Foliennummernplatzhalter 4">
            <a:extLst>
              <a:ext uri="{FF2B5EF4-FFF2-40B4-BE49-F238E27FC236}">
                <a16:creationId xmlns:a16="http://schemas.microsoft.com/office/drawing/2014/main" id="{14A89490-C10B-C2FE-CCF5-C3BE4D4717DE}"/>
              </a:ext>
            </a:extLst>
          </p:cNvPr>
          <p:cNvSpPr>
            <a:spLocks noGrp="1"/>
          </p:cNvSpPr>
          <p:nvPr>
            <p:ph type="sldNum" sz="quarter" idx="12"/>
          </p:nvPr>
        </p:nvSpPr>
        <p:spPr/>
        <p:txBody>
          <a:bodyPr/>
          <a:lstStyle/>
          <a:p>
            <a:fld id="{9E82CC3C-1DC0-4FDA-9590-6CC506AB67F8}" type="slidenum">
              <a:rPr lang="de-DE" smtClean="0"/>
              <a:t>4</a:t>
            </a:fld>
            <a:endParaRPr lang="de-DE" dirty="0"/>
          </a:p>
        </p:txBody>
      </p:sp>
      <p:sp>
        <p:nvSpPr>
          <p:cNvPr id="6" name="Textplatzhalter 5">
            <a:extLst>
              <a:ext uri="{FF2B5EF4-FFF2-40B4-BE49-F238E27FC236}">
                <a16:creationId xmlns:a16="http://schemas.microsoft.com/office/drawing/2014/main" id="{AE6FBA82-7762-A283-B4EA-7BF2F087A8F7}"/>
              </a:ext>
            </a:extLst>
          </p:cNvPr>
          <p:cNvSpPr>
            <a:spLocks noGrp="1"/>
          </p:cNvSpPr>
          <p:nvPr>
            <p:ph type="body" sz="quarter" idx="13"/>
          </p:nvPr>
        </p:nvSpPr>
        <p:spPr/>
        <p:txBody>
          <a:bodyPr/>
          <a:lstStyle/>
          <a:p>
            <a:r>
              <a:rPr lang="en-US" dirty="0"/>
              <a:t>Problem in Context</a:t>
            </a:r>
            <a:endParaRPr lang="de-DE" dirty="0"/>
          </a:p>
        </p:txBody>
      </p:sp>
      <p:sp>
        <p:nvSpPr>
          <p:cNvPr id="7" name="Titel 6">
            <a:extLst>
              <a:ext uri="{FF2B5EF4-FFF2-40B4-BE49-F238E27FC236}">
                <a16:creationId xmlns:a16="http://schemas.microsoft.com/office/drawing/2014/main" id="{F1217F87-B972-56BB-EC68-9DD2CAD54C32}"/>
              </a:ext>
            </a:extLst>
          </p:cNvPr>
          <p:cNvSpPr>
            <a:spLocks noGrp="1"/>
          </p:cNvSpPr>
          <p:nvPr>
            <p:ph type="title"/>
          </p:nvPr>
        </p:nvSpPr>
        <p:spPr/>
        <p:txBody>
          <a:bodyPr/>
          <a:lstStyle/>
          <a:p>
            <a:r>
              <a:rPr lang="de-DE" dirty="0"/>
              <a:t>Motivation</a:t>
            </a:r>
          </a:p>
        </p:txBody>
      </p:sp>
      <p:pic>
        <p:nvPicPr>
          <p:cNvPr id="28" name="Picture 27">
            <a:extLst>
              <a:ext uri="{FF2B5EF4-FFF2-40B4-BE49-F238E27FC236}">
                <a16:creationId xmlns:a16="http://schemas.microsoft.com/office/drawing/2014/main" id="{1DCDF753-4BDF-3833-9753-BEE5D0F27480}"/>
              </a:ext>
            </a:extLst>
          </p:cNvPr>
          <p:cNvPicPr>
            <a:picLocks noChangeAspect="1"/>
          </p:cNvPicPr>
          <p:nvPr/>
        </p:nvPicPr>
        <p:blipFill>
          <a:blip r:embed="rId3"/>
          <a:stretch>
            <a:fillRect/>
          </a:stretch>
        </p:blipFill>
        <p:spPr>
          <a:xfrm>
            <a:off x="443112" y="2223792"/>
            <a:ext cx="8207688" cy="1267415"/>
          </a:xfrm>
          <a:prstGeom prst="rect">
            <a:avLst/>
          </a:prstGeom>
        </p:spPr>
      </p:pic>
      <p:pic>
        <p:nvPicPr>
          <p:cNvPr id="8" name="Picture 7">
            <a:extLst>
              <a:ext uri="{FF2B5EF4-FFF2-40B4-BE49-F238E27FC236}">
                <a16:creationId xmlns:a16="http://schemas.microsoft.com/office/drawing/2014/main" id="{7B6838DE-64C7-F6AB-D606-B4F28619CF33}"/>
              </a:ext>
            </a:extLst>
          </p:cNvPr>
          <p:cNvPicPr>
            <a:picLocks noChangeAspect="1"/>
          </p:cNvPicPr>
          <p:nvPr/>
        </p:nvPicPr>
        <p:blipFill>
          <a:blip r:embed="rId4"/>
          <a:stretch>
            <a:fillRect/>
          </a:stretch>
        </p:blipFill>
        <p:spPr>
          <a:xfrm>
            <a:off x="2725969" y="2763970"/>
            <a:ext cx="868495" cy="187060"/>
          </a:xfrm>
          <a:prstGeom prst="rect">
            <a:avLst/>
          </a:prstGeom>
        </p:spPr>
      </p:pic>
    </p:spTree>
    <p:extLst>
      <p:ext uri="{BB962C8B-B14F-4D97-AF65-F5344CB8AC3E}">
        <p14:creationId xmlns:p14="http://schemas.microsoft.com/office/powerpoint/2010/main" val="2498002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umsplatzhalter 4"/>
          <p:cNvSpPr>
            <a:spLocks noGrp="1"/>
          </p:cNvSpPr>
          <p:nvPr>
            <p:ph type="dt" sz="half" idx="10"/>
          </p:nvPr>
        </p:nvSpPr>
        <p:spPr/>
        <p:txBody>
          <a:bodyPr/>
          <a:lstStyle/>
          <a:p>
            <a:fld id="{87C76E28-661F-446A-B236-AD042C7B8A71}" type="datetime1">
              <a:rPr lang="de-DE" smtClean="0"/>
              <a:t>23.02.2026</a:t>
            </a:fld>
            <a:endParaRPr lang="de-DE" dirty="0"/>
          </a:p>
        </p:txBody>
      </p:sp>
      <p:sp>
        <p:nvSpPr>
          <p:cNvPr id="6" name="Fußzeilenplatzhalter 5"/>
          <p:cNvSpPr>
            <a:spLocks noGrp="1"/>
          </p:cNvSpPr>
          <p:nvPr>
            <p:ph type="ftr" sz="quarter" idx="11"/>
          </p:nvPr>
        </p:nvSpPr>
        <p:spPr/>
        <p:txBody>
          <a:bodyPr/>
          <a:lstStyle/>
          <a:p>
            <a:r>
              <a:rPr lang="de-DE" dirty="0"/>
              <a:t>University </a:t>
            </a:r>
            <a:r>
              <a:rPr lang="de-DE" dirty="0" err="1"/>
              <a:t>of</a:t>
            </a:r>
            <a:r>
              <a:rPr lang="de-DE" dirty="0"/>
              <a:t> Stuttgart, IAS</a:t>
            </a:r>
          </a:p>
        </p:txBody>
      </p:sp>
      <p:sp>
        <p:nvSpPr>
          <p:cNvPr id="7" name="Foliennummernplatzhalter 6"/>
          <p:cNvSpPr>
            <a:spLocks noGrp="1"/>
          </p:cNvSpPr>
          <p:nvPr>
            <p:ph type="sldNum" sz="quarter" idx="12"/>
          </p:nvPr>
        </p:nvSpPr>
        <p:spPr/>
        <p:txBody>
          <a:bodyPr/>
          <a:lstStyle/>
          <a:p>
            <a:fld id="{9E82CC3C-1DC0-4FDA-9590-6CC506AB67F8}" type="slidenum">
              <a:rPr lang="de-DE" smtClean="0"/>
              <a:pPr/>
              <a:t>5</a:t>
            </a:fld>
            <a:endParaRPr lang="de-DE" dirty="0"/>
          </a:p>
        </p:txBody>
      </p:sp>
      <p:sp>
        <p:nvSpPr>
          <p:cNvPr id="2" name="Titel 1"/>
          <p:cNvSpPr>
            <a:spLocks noGrp="1"/>
          </p:cNvSpPr>
          <p:nvPr>
            <p:ph type="title"/>
          </p:nvPr>
        </p:nvSpPr>
        <p:spPr/>
        <p:txBody>
          <a:bodyPr/>
          <a:lstStyle/>
          <a:p>
            <a:r>
              <a:rPr lang="de-DE" dirty="0"/>
              <a:t>Agenda</a:t>
            </a:r>
          </a:p>
        </p:txBody>
      </p:sp>
      <p:graphicFrame>
        <p:nvGraphicFramePr>
          <p:cNvPr id="8" name="Inhaltsplatzhalter 7">
            <a:extLst>
              <a:ext uri="{FF2B5EF4-FFF2-40B4-BE49-F238E27FC236}">
                <a16:creationId xmlns:a16="http://schemas.microsoft.com/office/drawing/2014/main" id="{A1FB620F-5B77-4DD1-B6B0-822240049CA4}"/>
              </a:ext>
            </a:extLst>
          </p:cNvPr>
          <p:cNvGraphicFramePr>
            <a:graphicFrameLocks/>
          </p:cNvGraphicFramePr>
          <p:nvPr>
            <p:extLst>
              <p:ext uri="{D42A27DB-BD31-4B8C-83A1-F6EECF244321}">
                <p14:modId xmlns:p14="http://schemas.microsoft.com/office/powerpoint/2010/main" val="923995523"/>
              </p:ext>
            </p:extLst>
          </p:nvPr>
        </p:nvGraphicFramePr>
        <p:xfrm>
          <a:off x="443425" y="786640"/>
          <a:ext cx="8207375" cy="39879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23842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F1DF17A6-695C-41F3-9803-9D745C58B79D}"/>
              </a:ext>
            </a:extLst>
          </p:cNvPr>
          <p:cNvSpPr>
            <a:spLocks noGrp="1"/>
          </p:cNvSpPr>
          <p:nvPr>
            <p:ph type="dt" sz="half" idx="10"/>
          </p:nvPr>
        </p:nvSpPr>
        <p:spPr/>
        <p:txBody>
          <a:bodyPr/>
          <a:lstStyle/>
          <a:p>
            <a:fld id="{EB053D8A-8E62-4130-B8EA-9DA9AB9F9869}" type="datetime1">
              <a:rPr lang="de-DE" smtClean="0"/>
              <a:t>23.02.2026</a:t>
            </a:fld>
            <a:endParaRPr lang="de-DE" dirty="0"/>
          </a:p>
        </p:txBody>
      </p:sp>
      <p:sp>
        <p:nvSpPr>
          <p:cNvPr id="4" name="Fußzeilenplatzhalter 3">
            <a:extLst>
              <a:ext uri="{FF2B5EF4-FFF2-40B4-BE49-F238E27FC236}">
                <a16:creationId xmlns:a16="http://schemas.microsoft.com/office/drawing/2014/main" id="{9DED3C30-0BE8-4F5A-842D-7EB7923F8D83}"/>
              </a:ext>
            </a:extLst>
          </p:cNvPr>
          <p:cNvSpPr>
            <a:spLocks noGrp="1"/>
          </p:cNvSpPr>
          <p:nvPr>
            <p:ph type="ftr" sz="quarter" idx="11"/>
          </p:nvPr>
        </p:nvSpPr>
        <p:spPr/>
        <p:txBody>
          <a:bodyPr/>
          <a:lstStyle/>
          <a:p>
            <a:r>
              <a:rPr lang="de-DE"/>
              <a:t>University of Stuttgart, IAS</a:t>
            </a:r>
            <a:endParaRPr lang="de-DE" dirty="0"/>
          </a:p>
        </p:txBody>
      </p:sp>
      <p:sp>
        <p:nvSpPr>
          <p:cNvPr id="5" name="Foliennummernplatzhalter 4">
            <a:extLst>
              <a:ext uri="{FF2B5EF4-FFF2-40B4-BE49-F238E27FC236}">
                <a16:creationId xmlns:a16="http://schemas.microsoft.com/office/drawing/2014/main" id="{91A9E4A9-4889-41D8-9F40-63628A8B3DAB}"/>
              </a:ext>
            </a:extLst>
          </p:cNvPr>
          <p:cNvSpPr>
            <a:spLocks noGrp="1"/>
          </p:cNvSpPr>
          <p:nvPr>
            <p:ph type="sldNum" sz="quarter" idx="12"/>
          </p:nvPr>
        </p:nvSpPr>
        <p:spPr/>
        <p:txBody>
          <a:bodyPr/>
          <a:lstStyle/>
          <a:p>
            <a:fld id="{9E82CC3C-1DC0-4FDA-9590-6CC506AB67F8}" type="slidenum">
              <a:rPr lang="de-DE" smtClean="0"/>
              <a:t>6</a:t>
            </a:fld>
            <a:endParaRPr lang="de-DE" dirty="0"/>
          </a:p>
        </p:txBody>
      </p:sp>
      <p:sp>
        <p:nvSpPr>
          <p:cNvPr id="7" name="Titel 6">
            <a:extLst>
              <a:ext uri="{FF2B5EF4-FFF2-40B4-BE49-F238E27FC236}">
                <a16:creationId xmlns:a16="http://schemas.microsoft.com/office/drawing/2014/main" id="{CB51FC41-1CDB-4F60-B415-C6128052549D}"/>
              </a:ext>
            </a:extLst>
          </p:cNvPr>
          <p:cNvSpPr>
            <a:spLocks noGrp="1"/>
          </p:cNvSpPr>
          <p:nvPr>
            <p:ph type="title"/>
          </p:nvPr>
        </p:nvSpPr>
        <p:spPr/>
        <p:txBody>
          <a:bodyPr/>
          <a:lstStyle/>
          <a:p>
            <a:r>
              <a:rPr lang="de-DE" dirty="0"/>
              <a:t>Objectives</a:t>
            </a:r>
          </a:p>
        </p:txBody>
      </p:sp>
      <p:graphicFrame>
        <p:nvGraphicFramePr>
          <p:cNvPr id="9" name="Diagram 8">
            <a:extLst>
              <a:ext uri="{FF2B5EF4-FFF2-40B4-BE49-F238E27FC236}">
                <a16:creationId xmlns:a16="http://schemas.microsoft.com/office/drawing/2014/main" id="{7B4A11CA-2811-6250-5987-D44D403E5501}"/>
              </a:ext>
            </a:extLst>
          </p:cNvPr>
          <p:cNvGraphicFramePr/>
          <p:nvPr>
            <p:extLst>
              <p:ext uri="{D42A27DB-BD31-4B8C-83A1-F6EECF244321}">
                <p14:modId xmlns:p14="http://schemas.microsoft.com/office/powerpoint/2010/main" val="2117945498"/>
              </p:ext>
            </p:extLst>
          </p:nvPr>
        </p:nvGraphicFramePr>
        <p:xfrm>
          <a:off x="458153" y="897810"/>
          <a:ext cx="6307040" cy="37656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69688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3A55E6-DD97-8ADE-C740-6382AE740E16}"/>
              </a:ext>
            </a:extLst>
          </p:cNvPr>
          <p:cNvSpPr>
            <a:spLocks noGrp="1"/>
          </p:cNvSpPr>
          <p:nvPr>
            <p:ph type="dt" sz="half" idx="10"/>
          </p:nvPr>
        </p:nvSpPr>
        <p:spPr/>
        <p:txBody>
          <a:bodyPr/>
          <a:lstStyle/>
          <a:p>
            <a:fld id="{5A2614FD-D6D8-4832-9998-0326862FDF13}" type="datetime1">
              <a:rPr lang="de-DE" smtClean="0"/>
              <a:t>23.02.2026</a:t>
            </a:fld>
            <a:endParaRPr lang="de-DE" dirty="0"/>
          </a:p>
        </p:txBody>
      </p:sp>
      <p:sp>
        <p:nvSpPr>
          <p:cNvPr id="4" name="Footer Placeholder 3">
            <a:extLst>
              <a:ext uri="{FF2B5EF4-FFF2-40B4-BE49-F238E27FC236}">
                <a16:creationId xmlns:a16="http://schemas.microsoft.com/office/drawing/2014/main" id="{37B61D2C-B49E-7B99-2753-6593BDDE5643}"/>
              </a:ext>
            </a:extLst>
          </p:cNvPr>
          <p:cNvSpPr>
            <a:spLocks noGrp="1"/>
          </p:cNvSpPr>
          <p:nvPr>
            <p:ph type="ftr" sz="quarter" idx="11"/>
          </p:nvPr>
        </p:nvSpPr>
        <p:spPr/>
        <p:txBody>
          <a:bodyPr/>
          <a:lstStyle/>
          <a:p>
            <a:r>
              <a:rPr lang="de-DE"/>
              <a:t>University of Stuttgart, IAS</a:t>
            </a:r>
            <a:endParaRPr lang="de-DE" dirty="0"/>
          </a:p>
        </p:txBody>
      </p:sp>
      <p:sp>
        <p:nvSpPr>
          <p:cNvPr id="5" name="Slide Number Placeholder 4">
            <a:extLst>
              <a:ext uri="{FF2B5EF4-FFF2-40B4-BE49-F238E27FC236}">
                <a16:creationId xmlns:a16="http://schemas.microsoft.com/office/drawing/2014/main" id="{D0C83478-8912-DC33-5320-28E55939F9E8}"/>
              </a:ext>
            </a:extLst>
          </p:cNvPr>
          <p:cNvSpPr>
            <a:spLocks noGrp="1"/>
          </p:cNvSpPr>
          <p:nvPr>
            <p:ph type="sldNum" sz="quarter" idx="12"/>
          </p:nvPr>
        </p:nvSpPr>
        <p:spPr/>
        <p:txBody>
          <a:bodyPr/>
          <a:lstStyle/>
          <a:p>
            <a:fld id="{9E82CC3C-1DC0-4FDA-9590-6CC506AB67F8}" type="slidenum">
              <a:rPr lang="de-DE" smtClean="0"/>
              <a:t>7</a:t>
            </a:fld>
            <a:endParaRPr lang="de-DE" dirty="0"/>
          </a:p>
        </p:txBody>
      </p:sp>
      <p:sp>
        <p:nvSpPr>
          <p:cNvPr id="6" name="Text Placeholder 5">
            <a:extLst>
              <a:ext uri="{FF2B5EF4-FFF2-40B4-BE49-F238E27FC236}">
                <a16:creationId xmlns:a16="http://schemas.microsoft.com/office/drawing/2014/main" id="{6CF41182-86E5-E174-4EC0-751C875894C3}"/>
              </a:ext>
            </a:extLst>
          </p:cNvPr>
          <p:cNvSpPr>
            <a:spLocks noGrp="1"/>
          </p:cNvSpPr>
          <p:nvPr>
            <p:ph type="body" sz="quarter" idx="13"/>
          </p:nvPr>
        </p:nvSpPr>
        <p:spPr/>
        <p:txBody>
          <a:bodyPr/>
          <a:lstStyle/>
          <a:p>
            <a:r>
              <a:rPr lang="en-US" dirty="0"/>
              <a:t>Multi-Phase Pipeline Overview</a:t>
            </a:r>
          </a:p>
        </p:txBody>
      </p:sp>
      <p:sp>
        <p:nvSpPr>
          <p:cNvPr id="7" name="Title 6">
            <a:extLst>
              <a:ext uri="{FF2B5EF4-FFF2-40B4-BE49-F238E27FC236}">
                <a16:creationId xmlns:a16="http://schemas.microsoft.com/office/drawing/2014/main" id="{09DE989F-72EC-E5E0-BE37-067E9D3FAFAE}"/>
              </a:ext>
            </a:extLst>
          </p:cNvPr>
          <p:cNvSpPr>
            <a:spLocks noGrp="1"/>
          </p:cNvSpPr>
          <p:nvPr>
            <p:ph type="title"/>
          </p:nvPr>
        </p:nvSpPr>
        <p:spPr/>
        <p:txBody>
          <a:bodyPr/>
          <a:lstStyle/>
          <a:p>
            <a:pPr lvl="0"/>
            <a:r>
              <a:rPr lang="de-DE" dirty="0"/>
              <a:t>Methodology Overview</a:t>
            </a:r>
          </a:p>
        </p:txBody>
      </p:sp>
      <p:pic>
        <p:nvPicPr>
          <p:cNvPr id="14" name="Picture 13">
            <a:extLst>
              <a:ext uri="{FF2B5EF4-FFF2-40B4-BE49-F238E27FC236}">
                <a16:creationId xmlns:a16="http://schemas.microsoft.com/office/drawing/2014/main" id="{D696FA9E-0A70-E565-DA19-B1B6B6B10D10}"/>
              </a:ext>
            </a:extLst>
          </p:cNvPr>
          <p:cNvPicPr>
            <a:picLocks noChangeAspect="1"/>
          </p:cNvPicPr>
          <p:nvPr/>
        </p:nvPicPr>
        <p:blipFill>
          <a:blip r:embed="rId3"/>
          <a:stretch>
            <a:fillRect/>
          </a:stretch>
        </p:blipFill>
        <p:spPr>
          <a:xfrm>
            <a:off x="468000" y="1258738"/>
            <a:ext cx="8207688" cy="3095338"/>
          </a:xfrm>
          <a:prstGeom prst="rect">
            <a:avLst/>
          </a:prstGeom>
        </p:spPr>
      </p:pic>
    </p:spTree>
    <p:extLst>
      <p:ext uri="{BB962C8B-B14F-4D97-AF65-F5344CB8AC3E}">
        <p14:creationId xmlns:p14="http://schemas.microsoft.com/office/powerpoint/2010/main" val="3670256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9141D-9F4F-0C21-C9EB-D98EAFC7A9F9}"/>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D72EB271-EB44-C03D-E05A-96051812A3EA}"/>
              </a:ext>
            </a:extLst>
          </p:cNvPr>
          <p:cNvSpPr>
            <a:spLocks noGrp="1"/>
          </p:cNvSpPr>
          <p:nvPr>
            <p:ph type="dt" sz="half" idx="10"/>
          </p:nvPr>
        </p:nvSpPr>
        <p:spPr/>
        <p:txBody>
          <a:bodyPr/>
          <a:lstStyle/>
          <a:p>
            <a:fld id="{5A2614FD-D6D8-4832-9998-0326862FDF13}" type="datetime1">
              <a:rPr lang="de-DE" smtClean="0"/>
              <a:t>23.02.2026</a:t>
            </a:fld>
            <a:endParaRPr lang="de-DE" dirty="0"/>
          </a:p>
        </p:txBody>
      </p:sp>
      <p:sp>
        <p:nvSpPr>
          <p:cNvPr id="4" name="Footer Placeholder 3">
            <a:extLst>
              <a:ext uri="{FF2B5EF4-FFF2-40B4-BE49-F238E27FC236}">
                <a16:creationId xmlns:a16="http://schemas.microsoft.com/office/drawing/2014/main" id="{46D768C2-6912-B84F-9ABC-05EBC08A9F91}"/>
              </a:ext>
            </a:extLst>
          </p:cNvPr>
          <p:cNvSpPr>
            <a:spLocks noGrp="1"/>
          </p:cNvSpPr>
          <p:nvPr>
            <p:ph type="ftr" sz="quarter" idx="11"/>
          </p:nvPr>
        </p:nvSpPr>
        <p:spPr/>
        <p:txBody>
          <a:bodyPr/>
          <a:lstStyle/>
          <a:p>
            <a:r>
              <a:rPr lang="de-DE"/>
              <a:t>University of Stuttgart, IAS</a:t>
            </a:r>
            <a:endParaRPr lang="de-DE" dirty="0"/>
          </a:p>
        </p:txBody>
      </p:sp>
      <p:sp>
        <p:nvSpPr>
          <p:cNvPr id="5" name="Slide Number Placeholder 4">
            <a:extLst>
              <a:ext uri="{FF2B5EF4-FFF2-40B4-BE49-F238E27FC236}">
                <a16:creationId xmlns:a16="http://schemas.microsoft.com/office/drawing/2014/main" id="{C496F971-BCEC-0D84-7D27-10A4890BC761}"/>
              </a:ext>
            </a:extLst>
          </p:cNvPr>
          <p:cNvSpPr>
            <a:spLocks noGrp="1"/>
          </p:cNvSpPr>
          <p:nvPr>
            <p:ph type="sldNum" sz="quarter" idx="12"/>
          </p:nvPr>
        </p:nvSpPr>
        <p:spPr/>
        <p:txBody>
          <a:bodyPr/>
          <a:lstStyle/>
          <a:p>
            <a:fld id="{9E82CC3C-1DC0-4FDA-9590-6CC506AB67F8}" type="slidenum">
              <a:rPr lang="de-DE" smtClean="0"/>
              <a:t>8</a:t>
            </a:fld>
            <a:endParaRPr lang="de-DE" dirty="0"/>
          </a:p>
        </p:txBody>
      </p:sp>
      <p:sp>
        <p:nvSpPr>
          <p:cNvPr id="6" name="Text Placeholder 5">
            <a:extLst>
              <a:ext uri="{FF2B5EF4-FFF2-40B4-BE49-F238E27FC236}">
                <a16:creationId xmlns:a16="http://schemas.microsoft.com/office/drawing/2014/main" id="{756342E8-FFB6-04C7-1DE3-4EAC7215252A}"/>
              </a:ext>
            </a:extLst>
          </p:cNvPr>
          <p:cNvSpPr>
            <a:spLocks noGrp="1"/>
          </p:cNvSpPr>
          <p:nvPr>
            <p:ph type="body" sz="quarter" idx="13"/>
          </p:nvPr>
        </p:nvSpPr>
        <p:spPr/>
        <p:txBody>
          <a:bodyPr/>
          <a:lstStyle/>
          <a:p>
            <a:r>
              <a:rPr lang="en-US" dirty="0"/>
              <a:t>Agentic Pipeline Part -1</a:t>
            </a:r>
          </a:p>
        </p:txBody>
      </p:sp>
      <p:sp>
        <p:nvSpPr>
          <p:cNvPr id="7" name="Title 6">
            <a:extLst>
              <a:ext uri="{FF2B5EF4-FFF2-40B4-BE49-F238E27FC236}">
                <a16:creationId xmlns:a16="http://schemas.microsoft.com/office/drawing/2014/main" id="{1B50DA7B-3D6A-7D98-00A5-0961FE92F195}"/>
              </a:ext>
            </a:extLst>
          </p:cNvPr>
          <p:cNvSpPr>
            <a:spLocks noGrp="1"/>
          </p:cNvSpPr>
          <p:nvPr>
            <p:ph type="title"/>
          </p:nvPr>
        </p:nvSpPr>
        <p:spPr/>
        <p:txBody>
          <a:bodyPr/>
          <a:lstStyle/>
          <a:p>
            <a:pPr lvl="0"/>
            <a:r>
              <a:rPr lang="en-US" dirty="0"/>
              <a:t>Representation &amp; Test Generation</a:t>
            </a:r>
            <a:endParaRPr lang="de-DE" dirty="0"/>
          </a:p>
        </p:txBody>
      </p:sp>
      <p:pic>
        <p:nvPicPr>
          <p:cNvPr id="14" name="Picture 13">
            <a:extLst>
              <a:ext uri="{FF2B5EF4-FFF2-40B4-BE49-F238E27FC236}">
                <a16:creationId xmlns:a16="http://schemas.microsoft.com/office/drawing/2014/main" id="{EE8D9C45-BA01-FE11-D728-1FD1C24097AC}"/>
              </a:ext>
            </a:extLst>
          </p:cNvPr>
          <p:cNvPicPr>
            <a:picLocks noChangeAspect="1"/>
          </p:cNvPicPr>
          <p:nvPr/>
        </p:nvPicPr>
        <p:blipFill>
          <a:blip r:embed="rId2"/>
          <a:srcRect b="61151"/>
          <a:stretch>
            <a:fillRect/>
          </a:stretch>
        </p:blipFill>
        <p:spPr>
          <a:xfrm>
            <a:off x="467688" y="2185035"/>
            <a:ext cx="8207688" cy="1202522"/>
          </a:xfrm>
          <a:prstGeom prst="rect">
            <a:avLst/>
          </a:prstGeom>
        </p:spPr>
      </p:pic>
    </p:spTree>
    <p:extLst>
      <p:ext uri="{BB962C8B-B14F-4D97-AF65-F5344CB8AC3E}">
        <p14:creationId xmlns:p14="http://schemas.microsoft.com/office/powerpoint/2010/main" val="123076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AB09C-E0EE-5753-043F-15ACA3BC4605}"/>
            </a:ext>
          </a:extLst>
        </p:cNvPr>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58587B4A-FC5E-B845-E6B2-2F1225BB4075}"/>
              </a:ext>
            </a:extLst>
          </p:cNvPr>
          <p:cNvSpPr>
            <a:spLocks noGrp="1"/>
          </p:cNvSpPr>
          <p:nvPr>
            <p:ph idx="1"/>
          </p:nvPr>
        </p:nvSpPr>
        <p:spPr>
          <a:xfrm>
            <a:off x="407352" y="1169466"/>
            <a:ext cx="8508047" cy="3435022"/>
          </a:xfrm>
        </p:spPr>
        <p:txBody>
          <a:bodyPr/>
          <a:lstStyle/>
          <a:p>
            <a:r>
              <a:rPr lang="en-US" sz="1400" b="1" dirty="0"/>
              <a:t>Role Specialization: </a:t>
            </a:r>
            <a:r>
              <a:rPr lang="en-US" sz="1400" dirty="0"/>
              <a:t>Prompts assign explicit roles (Senior QA Architect, Formal Modeling Engineer).</a:t>
            </a:r>
          </a:p>
          <a:p>
            <a:r>
              <a:rPr lang="en-US" sz="1400" b="1" dirty="0"/>
              <a:t>Identify:</a:t>
            </a:r>
            <a:r>
              <a:rPr lang="en-US" sz="1400" dirty="0"/>
              <a:t> FR , NFR , BR , Actors , inputs , outputs , system states, pre/post conditions, edge cases.</a:t>
            </a:r>
          </a:p>
          <a:p>
            <a:r>
              <a:rPr lang="en-US" sz="1400" b="1" dirty="0"/>
              <a:t>Representation Selection: </a:t>
            </a:r>
            <a:r>
              <a:rPr lang="en-US" sz="1400" dirty="0"/>
              <a:t>The pipeline mandates a formal analysis of documentation to select the most suitable intermediate representation (state diagrams, Gherkin, traceability tables, etc.) </a:t>
            </a:r>
            <a:r>
              <a:rPr lang="en-US" sz="1400" b="1" dirty="0">
                <a:solidFill>
                  <a:schemeClr val="accent2"/>
                </a:solidFill>
              </a:rPr>
              <a:t>based on test derivation</a:t>
            </a:r>
            <a:r>
              <a:rPr lang="en-US" sz="1400" dirty="0"/>
              <a:t>, traceability, and verification needs.</a:t>
            </a:r>
          </a:p>
          <a:p>
            <a:r>
              <a:rPr lang="en-US" sz="1400" b="1" dirty="0"/>
              <a:t>Mermaid Diagram Enforcement: </a:t>
            </a:r>
            <a:r>
              <a:rPr lang="en-US" sz="1400" dirty="0"/>
              <a:t>If diagrams are required, agents must </a:t>
            </a:r>
            <a:r>
              <a:rPr lang="en-US" sz="1400" b="1" dirty="0">
                <a:solidFill>
                  <a:schemeClr val="accent2"/>
                </a:solidFill>
              </a:rPr>
              <a:t>consult official Mermaid syntax documentation</a:t>
            </a:r>
            <a:r>
              <a:rPr lang="en-US" sz="1400" dirty="0"/>
              <a:t>.</a:t>
            </a:r>
          </a:p>
          <a:p>
            <a:r>
              <a:rPr lang="en-US" sz="1400" b="1" dirty="0"/>
              <a:t>Justification: </a:t>
            </a:r>
            <a:r>
              <a:rPr lang="en-US" sz="1400" dirty="0"/>
              <a:t>Why is certain representation chosen ? </a:t>
            </a:r>
          </a:p>
          <a:p>
            <a:r>
              <a:rPr lang="en-US" sz="1400" b="1" dirty="0"/>
              <a:t>Traceability &amp; Coverage: </a:t>
            </a:r>
            <a:r>
              <a:rPr lang="en-US" sz="1400" dirty="0"/>
              <a:t>Every modeled element is assigned a unique ID and explicit traceability reference, enabling systematic test derivation and bidirectional mapping to documentation.</a:t>
            </a:r>
          </a:p>
          <a:p>
            <a:r>
              <a:rPr lang="en-US" sz="1400" b="1" dirty="0"/>
              <a:t>Validation &amp; Quality Control: </a:t>
            </a:r>
            <a:r>
              <a:rPr lang="en-US" sz="1400" dirty="0"/>
              <a:t>The pipeline includes explicit validation steps—completeness, syntactic correctness, and coverage checks—ensuring the representation is exhaustive and suitable for automation.</a:t>
            </a:r>
          </a:p>
          <a:p>
            <a:r>
              <a:rPr lang="en-US" sz="1400" b="1" dirty="0"/>
              <a:t>Strict Output Discipline: </a:t>
            </a:r>
            <a:r>
              <a:rPr lang="en-US" sz="1400" dirty="0"/>
              <a:t>Follow output report structure.</a:t>
            </a:r>
          </a:p>
        </p:txBody>
      </p:sp>
      <p:sp>
        <p:nvSpPr>
          <p:cNvPr id="3" name="Date Placeholder 2">
            <a:extLst>
              <a:ext uri="{FF2B5EF4-FFF2-40B4-BE49-F238E27FC236}">
                <a16:creationId xmlns:a16="http://schemas.microsoft.com/office/drawing/2014/main" id="{61C597E5-29BB-2CAB-AA9E-BF33D40B5AE2}"/>
              </a:ext>
            </a:extLst>
          </p:cNvPr>
          <p:cNvSpPr>
            <a:spLocks noGrp="1"/>
          </p:cNvSpPr>
          <p:nvPr>
            <p:ph type="dt" sz="half" idx="10"/>
          </p:nvPr>
        </p:nvSpPr>
        <p:spPr>
          <a:xfrm>
            <a:off x="7754400" y="5418000"/>
            <a:ext cx="532800" cy="126000"/>
          </a:xfrm>
        </p:spPr>
        <p:txBody>
          <a:bodyPr/>
          <a:lstStyle/>
          <a:p>
            <a:fld id="{5A2614FD-D6D8-4832-9998-0326862FDF13}" type="datetime1">
              <a:rPr lang="de-DE" smtClean="0"/>
              <a:pPr/>
              <a:t>23.02.2026</a:t>
            </a:fld>
            <a:endParaRPr lang="de-DE" dirty="0"/>
          </a:p>
        </p:txBody>
      </p:sp>
      <p:sp>
        <p:nvSpPr>
          <p:cNvPr id="4" name="Footer Placeholder 3">
            <a:extLst>
              <a:ext uri="{FF2B5EF4-FFF2-40B4-BE49-F238E27FC236}">
                <a16:creationId xmlns:a16="http://schemas.microsoft.com/office/drawing/2014/main" id="{39D96DB0-5F49-280E-58F3-E82330D1AA51}"/>
              </a:ext>
            </a:extLst>
          </p:cNvPr>
          <p:cNvSpPr>
            <a:spLocks noGrp="1"/>
          </p:cNvSpPr>
          <p:nvPr>
            <p:ph type="ftr" sz="quarter" idx="11"/>
          </p:nvPr>
        </p:nvSpPr>
        <p:spPr>
          <a:xfrm>
            <a:off x="468313" y="5418000"/>
            <a:ext cx="6061913" cy="126000"/>
          </a:xfrm>
        </p:spPr>
        <p:txBody>
          <a:bodyPr/>
          <a:lstStyle/>
          <a:p>
            <a:r>
              <a:rPr lang="de-DE" dirty="0"/>
              <a:t>University of Stuttgart, IAS</a:t>
            </a:r>
          </a:p>
        </p:txBody>
      </p:sp>
      <p:sp>
        <p:nvSpPr>
          <p:cNvPr id="5" name="Slide Number Placeholder 4">
            <a:extLst>
              <a:ext uri="{FF2B5EF4-FFF2-40B4-BE49-F238E27FC236}">
                <a16:creationId xmlns:a16="http://schemas.microsoft.com/office/drawing/2014/main" id="{A7190E62-3CA8-028A-8DFD-189A604E2CE1}"/>
              </a:ext>
            </a:extLst>
          </p:cNvPr>
          <p:cNvSpPr>
            <a:spLocks noGrp="1"/>
          </p:cNvSpPr>
          <p:nvPr>
            <p:ph type="sldNum" sz="quarter" idx="12"/>
          </p:nvPr>
        </p:nvSpPr>
        <p:spPr>
          <a:xfrm>
            <a:off x="8539200" y="5418000"/>
            <a:ext cx="223200" cy="126000"/>
          </a:xfrm>
        </p:spPr>
        <p:txBody>
          <a:bodyPr/>
          <a:lstStyle/>
          <a:p>
            <a:fld id="{9E82CC3C-1DC0-4FDA-9590-6CC506AB67F8}" type="slidenum">
              <a:rPr lang="de-DE" smtClean="0"/>
              <a:pPr/>
              <a:t>9</a:t>
            </a:fld>
            <a:endParaRPr lang="de-DE" dirty="0"/>
          </a:p>
        </p:txBody>
      </p:sp>
      <p:sp>
        <p:nvSpPr>
          <p:cNvPr id="6" name="Text Placeholder 5">
            <a:extLst>
              <a:ext uri="{FF2B5EF4-FFF2-40B4-BE49-F238E27FC236}">
                <a16:creationId xmlns:a16="http://schemas.microsoft.com/office/drawing/2014/main" id="{B856E1E2-8BEB-748E-34BC-04F0A8AFFA50}"/>
              </a:ext>
            </a:extLst>
          </p:cNvPr>
          <p:cNvSpPr>
            <a:spLocks noGrp="1"/>
          </p:cNvSpPr>
          <p:nvPr>
            <p:ph type="body" sz="quarter" idx="13"/>
          </p:nvPr>
        </p:nvSpPr>
        <p:spPr>
          <a:xfrm>
            <a:off x="468000" y="716400"/>
            <a:ext cx="8208000" cy="276225"/>
          </a:xfrm>
        </p:spPr>
        <p:txBody>
          <a:bodyPr/>
          <a:lstStyle/>
          <a:p>
            <a:r>
              <a:rPr lang="en-US" b="1" dirty="0"/>
              <a:t>Structured Representation Layer</a:t>
            </a:r>
            <a:endParaRPr lang="en-US" dirty="0"/>
          </a:p>
        </p:txBody>
      </p:sp>
      <p:sp>
        <p:nvSpPr>
          <p:cNvPr id="7" name="Title 6">
            <a:extLst>
              <a:ext uri="{FF2B5EF4-FFF2-40B4-BE49-F238E27FC236}">
                <a16:creationId xmlns:a16="http://schemas.microsoft.com/office/drawing/2014/main" id="{218EBFB4-08DA-C9F2-B823-A760299271CB}"/>
              </a:ext>
            </a:extLst>
          </p:cNvPr>
          <p:cNvSpPr>
            <a:spLocks noGrp="1"/>
          </p:cNvSpPr>
          <p:nvPr>
            <p:ph type="title"/>
          </p:nvPr>
        </p:nvSpPr>
        <p:spPr>
          <a:xfrm>
            <a:off x="468313" y="396000"/>
            <a:ext cx="8207375" cy="278290"/>
          </a:xfrm>
        </p:spPr>
        <p:txBody>
          <a:bodyPr/>
          <a:lstStyle/>
          <a:p>
            <a:r>
              <a:rPr lang="en-US" dirty="0"/>
              <a:t>Representation &amp; Test Generation</a:t>
            </a:r>
            <a:endParaRPr lang="en-US" b="0" dirty="0"/>
          </a:p>
        </p:txBody>
      </p:sp>
    </p:spTree>
    <p:extLst>
      <p:ext uri="{BB962C8B-B14F-4D97-AF65-F5344CB8AC3E}">
        <p14:creationId xmlns:p14="http://schemas.microsoft.com/office/powerpoint/2010/main" val="2340036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fade">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fade">
                                      <p:cBhvr>
                                        <p:cTn id="17" dur="50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xEl>
                                              <p:pRg st="3" end="3"/>
                                            </p:txEl>
                                          </p:spTgt>
                                        </p:tgtEl>
                                        <p:attrNameLst>
                                          <p:attrName>style.visibility</p:attrName>
                                        </p:attrNameLst>
                                      </p:cBhvr>
                                      <p:to>
                                        <p:strVal val="visible"/>
                                      </p:to>
                                    </p:set>
                                    <p:animEffect transition="in" filter="fade">
                                      <p:cBhvr>
                                        <p:cTn id="22" dur="500"/>
                                        <p:tgtEl>
                                          <p:spTgt spid="1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xEl>
                                              <p:pRg st="4" end="4"/>
                                            </p:txEl>
                                          </p:spTgt>
                                        </p:tgtEl>
                                        <p:attrNameLst>
                                          <p:attrName>style.visibility</p:attrName>
                                        </p:attrNameLst>
                                      </p:cBhvr>
                                      <p:to>
                                        <p:strVal val="visible"/>
                                      </p:to>
                                    </p:set>
                                    <p:animEffect transition="in" filter="fade">
                                      <p:cBhvr>
                                        <p:cTn id="27" dur="500"/>
                                        <p:tgtEl>
                                          <p:spTgt spid="1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xEl>
                                              <p:pRg st="5" end="5"/>
                                            </p:txEl>
                                          </p:spTgt>
                                        </p:tgtEl>
                                        <p:attrNameLst>
                                          <p:attrName>style.visibility</p:attrName>
                                        </p:attrNameLst>
                                      </p:cBhvr>
                                      <p:to>
                                        <p:strVal val="visible"/>
                                      </p:to>
                                    </p:set>
                                    <p:animEffect transition="in" filter="fade">
                                      <p:cBhvr>
                                        <p:cTn id="32" dur="500"/>
                                        <p:tgtEl>
                                          <p:spTgt spid="1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2">
                                            <p:txEl>
                                              <p:pRg st="6" end="6"/>
                                            </p:txEl>
                                          </p:spTgt>
                                        </p:tgtEl>
                                        <p:attrNameLst>
                                          <p:attrName>style.visibility</p:attrName>
                                        </p:attrNameLst>
                                      </p:cBhvr>
                                      <p:to>
                                        <p:strVal val="visible"/>
                                      </p:to>
                                    </p:set>
                                    <p:animEffect transition="in" filter="fade">
                                      <p:cBhvr>
                                        <p:cTn id="37" dur="500"/>
                                        <p:tgtEl>
                                          <p:spTgt spid="1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2">
                                            <p:txEl>
                                              <p:pRg st="7" end="7"/>
                                            </p:txEl>
                                          </p:spTgt>
                                        </p:tgtEl>
                                        <p:attrNameLst>
                                          <p:attrName>style.visibility</p:attrName>
                                        </p:attrNameLst>
                                      </p:cBhvr>
                                      <p:to>
                                        <p:strVal val="visible"/>
                                      </p:to>
                                    </p:set>
                                    <p:animEffect transition="in" filter="fade">
                                      <p:cBhvr>
                                        <p:cTn id="42" dur="500"/>
                                        <p:tgtEl>
                                          <p:spTgt spid="1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5EED0-CF99-69BA-E2BF-409AA0BC84C3}"/>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E20C07CB-6AE8-E9F3-5138-448168E8742C}"/>
              </a:ext>
            </a:extLst>
          </p:cNvPr>
          <p:cNvSpPr>
            <a:spLocks noGrp="1"/>
          </p:cNvSpPr>
          <p:nvPr>
            <p:ph type="dt" sz="half" idx="10"/>
          </p:nvPr>
        </p:nvSpPr>
        <p:spPr>
          <a:xfrm>
            <a:off x="7754400" y="5418000"/>
            <a:ext cx="532800" cy="126000"/>
          </a:xfrm>
        </p:spPr>
        <p:txBody>
          <a:bodyPr/>
          <a:lstStyle/>
          <a:p>
            <a:fld id="{5A2614FD-D6D8-4832-9998-0326862FDF13}" type="datetime1">
              <a:rPr lang="de-DE" smtClean="0"/>
              <a:pPr/>
              <a:t>23.02.2026</a:t>
            </a:fld>
            <a:endParaRPr lang="de-DE" dirty="0"/>
          </a:p>
        </p:txBody>
      </p:sp>
      <p:sp>
        <p:nvSpPr>
          <p:cNvPr id="4" name="Footer Placeholder 3">
            <a:extLst>
              <a:ext uri="{FF2B5EF4-FFF2-40B4-BE49-F238E27FC236}">
                <a16:creationId xmlns:a16="http://schemas.microsoft.com/office/drawing/2014/main" id="{A6A03631-683D-9EF3-1A62-BD93363FCF20}"/>
              </a:ext>
            </a:extLst>
          </p:cNvPr>
          <p:cNvSpPr>
            <a:spLocks noGrp="1"/>
          </p:cNvSpPr>
          <p:nvPr>
            <p:ph type="ftr" sz="quarter" idx="11"/>
          </p:nvPr>
        </p:nvSpPr>
        <p:spPr>
          <a:xfrm>
            <a:off x="468313" y="5418000"/>
            <a:ext cx="6061913" cy="126000"/>
          </a:xfrm>
        </p:spPr>
        <p:txBody>
          <a:bodyPr/>
          <a:lstStyle/>
          <a:p>
            <a:r>
              <a:rPr lang="de-DE"/>
              <a:t>University of Stuttgart, IAS</a:t>
            </a:r>
            <a:endParaRPr lang="de-DE" dirty="0"/>
          </a:p>
        </p:txBody>
      </p:sp>
      <p:sp>
        <p:nvSpPr>
          <p:cNvPr id="5" name="Slide Number Placeholder 4">
            <a:extLst>
              <a:ext uri="{FF2B5EF4-FFF2-40B4-BE49-F238E27FC236}">
                <a16:creationId xmlns:a16="http://schemas.microsoft.com/office/drawing/2014/main" id="{B33F9F24-C012-A0BB-E280-FC3EA5B98331}"/>
              </a:ext>
            </a:extLst>
          </p:cNvPr>
          <p:cNvSpPr>
            <a:spLocks noGrp="1"/>
          </p:cNvSpPr>
          <p:nvPr>
            <p:ph type="sldNum" sz="quarter" idx="12"/>
          </p:nvPr>
        </p:nvSpPr>
        <p:spPr>
          <a:xfrm>
            <a:off x="8539200" y="5418000"/>
            <a:ext cx="223200" cy="126000"/>
          </a:xfrm>
        </p:spPr>
        <p:txBody>
          <a:bodyPr/>
          <a:lstStyle/>
          <a:p>
            <a:fld id="{9E82CC3C-1DC0-4FDA-9590-6CC506AB67F8}" type="slidenum">
              <a:rPr lang="de-DE" smtClean="0"/>
              <a:pPr/>
              <a:t>10</a:t>
            </a:fld>
            <a:endParaRPr lang="de-DE" dirty="0"/>
          </a:p>
        </p:txBody>
      </p:sp>
      <p:sp>
        <p:nvSpPr>
          <p:cNvPr id="6" name="Text Placeholder 5">
            <a:extLst>
              <a:ext uri="{FF2B5EF4-FFF2-40B4-BE49-F238E27FC236}">
                <a16:creationId xmlns:a16="http://schemas.microsoft.com/office/drawing/2014/main" id="{559E0C66-8321-C0C6-E12C-0EBB42CE9A19}"/>
              </a:ext>
            </a:extLst>
          </p:cNvPr>
          <p:cNvSpPr>
            <a:spLocks noGrp="1"/>
          </p:cNvSpPr>
          <p:nvPr>
            <p:ph type="body" sz="quarter" idx="13"/>
          </p:nvPr>
        </p:nvSpPr>
        <p:spPr>
          <a:xfrm>
            <a:off x="468000" y="716400"/>
            <a:ext cx="8208000" cy="276225"/>
          </a:xfrm>
        </p:spPr>
        <p:txBody>
          <a:bodyPr/>
          <a:lstStyle/>
          <a:p>
            <a:r>
              <a:rPr lang="en-US" b="1" dirty="0"/>
              <a:t>Structured Representation Layer - Example</a:t>
            </a:r>
            <a:endParaRPr lang="en-US" dirty="0"/>
          </a:p>
        </p:txBody>
      </p:sp>
      <p:sp>
        <p:nvSpPr>
          <p:cNvPr id="7" name="Title 6">
            <a:extLst>
              <a:ext uri="{FF2B5EF4-FFF2-40B4-BE49-F238E27FC236}">
                <a16:creationId xmlns:a16="http://schemas.microsoft.com/office/drawing/2014/main" id="{B463B09E-D32B-FCB6-D568-82D3B248508E}"/>
              </a:ext>
            </a:extLst>
          </p:cNvPr>
          <p:cNvSpPr>
            <a:spLocks noGrp="1"/>
          </p:cNvSpPr>
          <p:nvPr>
            <p:ph type="title"/>
          </p:nvPr>
        </p:nvSpPr>
        <p:spPr>
          <a:xfrm>
            <a:off x="468313" y="396000"/>
            <a:ext cx="8207375" cy="278290"/>
          </a:xfrm>
        </p:spPr>
        <p:txBody>
          <a:bodyPr/>
          <a:lstStyle/>
          <a:p>
            <a:r>
              <a:rPr lang="en-US" dirty="0"/>
              <a:t>Representation &amp; Test Generation</a:t>
            </a:r>
            <a:endParaRPr lang="en-US" b="0" dirty="0"/>
          </a:p>
        </p:txBody>
      </p:sp>
      <p:pic>
        <p:nvPicPr>
          <p:cNvPr id="10" name="Picture 9">
            <a:extLst>
              <a:ext uri="{FF2B5EF4-FFF2-40B4-BE49-F238E27FC236}">
                <a16:creationId xmlns:a16="http://schemas.microsoft.com/office/drawing/2014/main" id="{94C52059-262A-D652-39D2-B3D475336F74}"/>
              </a:ext>
            </a:extLst>
          </p:cNvPr>
          <p:cNvPicPr>
            <a:picLocks noChangeAspect="1"/>
          </p:cNvPicPr>
          <p:nvPr/>
        </p:nvPicPr>
        <p:blipFill>
          <a:blip r:embed="rId2"/>
          <a:srcRect t="-1" b="1033"/>
          <a:stretch>
            <a:fillRect/>
          </a:stretch>
        </p:blipFill>
        <p:spPr>
          <a:xfrm>
            <a:off x="163935" y="1083142"/>
            <a:ext cx="1986196" cy="4200523"/>
          </a:xfrm>
          <a:prstGeom prst="rect">
            <a:avLst/>
          </a:prstGeom>
        </p:spPr>
      </p:pic>
      <p:pic>
        <p:nvPicPr>
          <p:cNvPr id="13" name="Picture 12">
            <a:extLst>
              <a:ext uri="{FF2B5EF4-FFF2-40B4-BE49-F238E27FC236}">
                <a16:creationId xmlns:a16="http://schemas.microsoft.com/office/drawing/2014/main" id="{06053ADF-1C01-6D9D-4342-B7E4058C2158}"/>
              </a:ext>
            </a:extLst>
          </p:cNvPr>
          <p:cNvPicPr>
            <a:picLocks noChangeAspect="1"/>
          </p:cNvPicPr>
          <p:nvPr/>
        </p:nvPicPr>
        <p:blipFill>
          <a:blip r:embed="rId3"/>
          <a:stretch>
            <a:fillRect/>
          </a:stretch>
        </p:blipFill>
        <p:spPr>
          <a:xfrm>
            <a:off x="2018904" y="1083142"/>
            <a:ext cx="3674454" cy="4291040"/>
          </a:xfrm>
          <a:prstGeom prst="rect">
            <a:avLst/>
          </a:prstGeom>
        </p:spPr>
      </p:pic>
      <p:pic>
        <p:nvPicPr>
          <p:cNvPr id="15" name="Picture 14">
            <a:extLst>
              <a:ext uri="{FF2B5EF4-FFF2-40B4-BE49-F238E27FC236}">
                <a16:creationId xmlns:a16="http://schemas.microsoft.com/office/drawing/2014/main" id="{29083625-650C-30A4-22B6-881AF0BD3AAF}"/>
              </a:ext>
            </a:extLst>
          </p:cNvPr>
          <p:cNvPicPr>
            <a:picLocks noChangeAspect="1"/>
          </p:cNvPicPr>
          <p:nvPr/>
        </p:nvPicPr>
        <p:blipFill>
          <a:blip r:embed="rId4"/>
          <a:stretch>
            <a:fillRect/>
          </a:stretch>
        </p:blipFill>
        <p:spPr>
          <a:xfrm>
            <a:off x="5562130" y="1263065"/>
            <a:ext cx="3581870" cy="3566160"/>
          </a:xfrm>
          <a:prstGeom prst="rect">
            <a:avLst/>
          </a:prstGeom>
        </p:spPr>
      </p:pic>
    </p:spTree>
    <p:extLst>
      <p:ext uri="{BB962C8B-B14F-4D97-AF65-F5344CB8AC3E}">
        <p14:creationId xmlns:p14="http://schemas.microsoft.com/office/powerpoint/2010/main" val="1927335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CDCDA-C3D3-DEC3-6B99-1E7D0B553125}"/>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28C428FB-4143-3A89-6A95-26D0B14704A4}"/>
              </a:ext>
            </a:extLst>
          </p:cNvPr>
          <p:cNvSpPr>
            <a:spLocks noGrp="1"/>
          </p:cNvSpPr>
          <p:nvPr>
            <p:ph type="dt" sz="half" idx="10"/>
          </p:nvPr>
        </p:nvSpPr>
        <p:spPr>
          <a:xfrm>
            <a:off x="7754400" y="5418000"/>
            <a:ext cx="532800" cy="126000"/>
          </a:xfrm>
        </p:spPr>
        <p:txBody>
          <a:bodyPr/>
          <a:lstStyle/>
          <a:p>
            <a:fld id="{5A2614FD-D6D8-4832-9998-0326862FDF13}" type="datetime1">
              <a:rPr lang="de-DE" smtClean="0"/>
              <a:pPr/>
              <a:t>23.02.2026</a:t>
            </a:fld>
            <a:endParaRPr lang="de-DE" dirty="0"/>
          </a:p>
        </p:txBody>
      </p:sp>
      <p:sp>
        <p:nvSpPr>
          <p:cNvPr id="4" name="Footer Placeholder 3">
            <a:extLst>
              <a:ext uri="{FF2B5EF4-FFF2-40B4-BE49-F238E27FC236}">
                <a16:creationId xmlns:a16="http://schemas.microsoft.com/office/drawing/2014/main" id="{44C24737-5823-6029-BDEB-887FE9F520BE}"/>
              </a:ext>
            </a:extLst>
          </p:cNvPr>
          <p:cNvSpPr>
            <a:spLocks noGrp="1"/>
          </p:cNvSpPr>
          <p:nvPr>
            <p:ph type="ftr" sz="quarter" idx="11"/>
          </p:nvPr>
        </p:nvSpPr>
        <p:spPr>
          <a:xfrm>
            <a:off x="468313" y="5418000"/>
            <a:ext cx="6061913" cy="126000"/>
          </a:xfrm>
        </p:spPr>
        <p:txBody>
          <a:bodyPr/>
          <a:lstStyle/>
          <a:p>
            <a:r>
              <a:rPr lang="de-DE"/>
              <a:t>University of Stuttgart, IAS</a:t>
            </a:r>
            <a:endParaRPr lang="de-DE" dirty="0"/>
          </a:p>
        </p:txBody>
      </p:sp>
      <p:sp>
        <p:nvSpPr>
          <p:cNvPr id="5" name="Slide Number Placeholder 4">
            <a:extLst>
              <a:ext uri="{FF2B5EF4-FFF2-40B4-BE49-F238E27FC236}">
                <a16:creationId xmlns:a16="http://schemas.microsoft.com/office/drawing/2014/main" id="{4850D65E-AB42-C047-D748-215AFBFAF512}"/>
              </a:ext>
            </a:extLst>
          </p:cNvPr>
          <p:cNvSpPr>
            <a:spLocks noGrp="1"/>
          </p:cNvSpPr>
          <p:nvPr>
            <p:ph type="sldNum" sz="quarter" idx="12"/>
          </p:nvPr>
        </p:nvSpPr>
        <p:spPr>
          <a:xfrm>
            <a:off x="8539200" y="5418000"/>
            <a:ext cx="223200" cy="126000"/>
          </a:xfrm>
        </p:spPr>
        <p:txBody>
          <a:bodyPr/>
          <a:lstStyle/>
          <a:p>
            <a:fld id="{9E82CC3C-1DC0-4FDA-9590-6CC506AB67F8}" type="slidenum">
              <a:rPr lang="de-DE" smtClean="0"/>
              <a:pPr/>
              <a:t>11</a:t>
            </a:fld>
            <a:endParaRPr lang="de-DE" dirty="0"/>
          </a:p>
        </p:txBody>
      </p:sp>
      <p:sp>
        <p:nvSpPr>
          <p:cNvPr id="6" name="Text Placeholder 5">
            <a:extLst>
              <a:ext uri="{FF2B5EF4-FFF2-40B4-BE49-F238E27FC236}">
                <a16:creationId xmlns:a16="http://schemas.microsoft.com/office/drawing/2014/main" id="{FE8BB4B8-77F7-F72B-9BBE-37BDAB997DFB}"/>
              </a:ext>
            </a:extLst>
          </p:cNvPr>
          <p:cNvSpPr>
            <a:spLocks noGrp="1"/>
          </p:cNvSpPr>
          <p:nvPr>
            <p:ph type="body" sz="quarter" idx="13"/>
          </p:nvPr>
        </p:nvSpPr>
        <p:spPr>
          <a:xfrm>
            <a:off x="468000" y="716400"/>
            <a:ext cx="8208000" cy="276225"/>
          </a:xfrm>
        </p:spPr>
        <p:txBody>
          <a:bodyPr/>
          <a:lstStyle/>
          <a:p>
            <a:r>
              <a:rPr lang="en-US" b="1" dirty="0"/>
              <a:t>Structured Representation Layer - Example</a:t>
            </a:r>
            <a:endParaRPr lang="en-US" dirty="0"/>
          </a:p>
        </p:txBody>
      </p:sp>
      <p:sp>
        <p:nvSpPr>
          <p:cNvPr id="7" name="Title 6">
            <a:extLst>
              <a:ext uri="{FF2B5EF4-FFF2-40B4-BE49-F238E27FC236}">
                <a16:creationId xmlns:a16="http://schemas.microsoft.com/office/drawing/2014/main" id="{5E283FA3-1B63-18B2-9C3A-60D935A08BB1}"/>
              </a:ext>
            </a:extLst>
          </p:cNvPr>
          <p:cNvSpPr>
            <a:spLocks noGrp="1"/>
          </p:cNvSpPr>
          <p:nvPr>
            <p:ph type="title"/>
          </p:nvPr>
        </p:nvSpPr>
        <p:spPr>
          <a:xfrm>
            <a:off x="468313" y="396000"/>
            <a:ext cx="8207375" cy="278290"/>
          </a:xfrm>
        </p:spPr>
        <p:txBody>
          <a:bodyPr/>
          <a:lstStyle/>
          <a:p>
            <a:r>
              <a:rPr lang="en-US" dirty="0"/>
              <a:t>Representation &amp; Test Generation</a:t>
            </a:r>
            <a:endParaRPr lang="en-US" b="0" dirty="0"/>
          </a:p>
        </p:txBody>
      </p:sp>
      <p:pic>
        <p:nvPicPr>
          <p:cNvPr id="8" name="Picture 7">
            <a:extLst>
              <a:ext uri="{FF2B5EF4-FFF2-40B4-BE49-F238E27FC236}">
                <a16:creationId xmlns:a16="http://schemas.microsoft.com/office/drawing/2014/main" id="{60866FB5-CBB6-C73F-D10A-4FC43120B252}"/>
              </a:ext>
            </a:extLst>
          </p:cNvPr>
          <p:cNvPicPr>
            <a:picLocks noChangeAspect="1"/>
          </p:cNvPicPr>
          <p:nvPr/>
        </p:nvPicPr>
        <p:blipFill>
          <a:blip r:embed="rId2"/>
          <a:stretch>
            <a:fillRect/>
          </a:stretch>
        </p:blipFill>
        <p:spPr>
          <a:xfrm>
            <a:off x="177606" y="1541730"/>
            <a:ext cx="4394394" cy="3160078"/>
          </a:xfrm>
          <a:prstGeom prst="rect">
            <a:avLst/>
          </a:prstGeom>
        </p:spPr>
      </p:pic>
      <p:pic>
        <p:nvPicPr>
          <p:cNvPr id="11" name="Picture 10">
            <a:extLst>
              <a:ext uri="{FF2B5EF4-FFF2-40B4-BE49-F238E27FC236}">
                <a16:creationId xmlns:a16="http://schemas.microsoft.com/office/drawing/2014/main" id="{8B46D6B5-3D2B-B0AE-7838-E8EE30EE50DF}"/>
              </a:ext>
            </a:extLst>
          </p:cNvPr>
          <p:cNvPicPr>
            <a:picLocks noChangeAspect="1"/>
          </p:cNvPicPr>
          <p:nvPr/>
        </p:nvPicPr>
        <p:blipFill>
          <a:blip r:embed="rId3"/>
          <a:stretch>
            <a:fillRect/>
          </a:stretch>
        </p:blipFill>
        <p:spPr>
          <a:xfrm>
            <a:off x="4590014" y="2219287"/>
            <a:ext cx="3880424" cy="1804963"/>
          </a:xfrm>
          <a:prstGeom prst="rect">
            <a:avLst/>
          </a:prstGeom>
        </p:spPr>
      </p:pic>
    </p:spTree>
    <p:extLst>
      <p:ext uri="{BB962C8B-B14F-4D97-AF65-F5344CB8AC3E}">
        <p14:creationId xmlns:p14="http://schemas.microsoft.com/office/powerpoint/2010/main" val="4192882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2D85E-B1BF-09B3-140F-C295D50971E3}"/>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8C4CAA4E-8AF4-6916-05A4-D22EEF0B8383}"/>
              </a:ext>
            </a:extLst>
          </p:cNvPr>
          <p:cNvSpPr>
            <a:spLocks noGrp="1"/>
          </p:cNvSpPr>
          <p:nvPr>
            <p:ph type="dt" sz="half" idx="10"/>
          </p:nvPr>
        </p:nvSpPr>
        <p:spPr/>
        <p:txBody>
          <a:bodyPr/>
          <a:lstStyle/>
          <a:p>
            <a:fld id="{5A2614FD-D6D8-4832-9998-0326862FDF13}" type="datetime1">
              <a:rPr lang="de-DE" smtClean="0"/>
              <a:t>23.02.2026</a:t>
            </a:fld>
            <a:endParaRPr lang="de-DE" dirty="0"/>
          </a:p>
        </p:txBody>
      </p:sp>
      <p:sp>
        <p:nvSpPr>
          <p:cNvPr id="4" name="Footer Placeholder 3">
            <a:extLst>
              <a:ext uri="{FF2B5EF4-FFF2-40B4-BE49-F238E27FC236}">
                <a16:creationId xmlns:a16="http://schemas.microsoft.com/office/drawing/2014/main" id="{02FEC38C-48EE-0AA0-1AEA-B9E417C3B6E5}"/>
              </a:ext>
            </a:extLst>
          </p:cNvPr>
          <p:cNvSpPr>
            <a:spLocks noGrp="1"/>
          </p:cNvSpPr>
          <p:nvPr>
            <p:ph type="ftr" sz="quarter" idx="11"/>
          </p:nvPr>
        </p:nvSpPr>
        <p:spPr/>
        <p:txBody>
          <a:bodyPr/>
          <a:lstStyle/>
          <a:p>
            <a:r>
              <a:rPr lang="de-DE"/>
              <a:t>University of Stuttgart, IAS</a:t>
            </a:r>
            <a:endParaRPr lang="de-DE" dirty="0"/>
          </a:p>
        </p:txBody>
      </p:sp>
      <p:sp>
        <p:nvSpPr>
          <p:cNvPr id="5" name="Slide Number Placeholder 4">
            <a:extLst>
              <a:ext uri="{FF2B5EF4-FFF2-40B4-BE49-F238E27FC236}">
                <a16:creationId xmlns:a16="http://schemas.microsoft.com/office/drawing/2014/main" id="{CB118735-CA72-0418-6F1A-C6A6C8BC64AD}"/>
              </a:ext>
            </a:extLst>
          </p:cNvPr>
          <p:cNvSpPr>
            <a:spLocks noGrp="1"/>
          </p:cNvSpPr>
          <p:nvPr>
            <p:ph type="sldNum" sz="quarter" idx="12"/>
          </p:nvPr>
        </p:nvSpPr>
        <p:spPr/>
        <p:txBody>
          <a:bodyPr/>
          <a:lstStyle/>
          <a:p>
            <a:fld id="{9E82CC3C-1DC0-4FDA-9590-6CC506AB67F8}" type="slidenum">
              <a:rPr lang="de-DE" smtClean="0"/>
              <a:t>12</a:t>
            </a:fld>
            <a:endParaRPr lang="de-DE" dirty="0"/>
          </a:p>
        </p:txBody>
      </p:sp>
      <p:sp>
        <p:nvSpPr>
          <p:cNvPr id="6" name="Text Placeholder 5">
            <a:extLst>
              <a:ext uri="{FF2B5EF4-FFF2-40B4-BE49-F238E27FC236}">
                <a16:creationId xmlns:a16="http://schemas.microsoft.com/office/drawing/2014/main" id="{DCA98F3D-BBAE-889A-6C88-4B9AFC66BC12}"/>
              </a:ext>
            </a:extLst>
          </p:cNvPr>
          <p:cNvSpPr>
            <a:spLocks noGrp="1"/>
          </p:cNvSpPr>
          <p:nvPr>
            <p:ph type="body" sz="quarter" idx="13"/>
          </p:nvPr>
        </p:nvSpPr>
        <p:spPr/>
        <p:txBody>
          <a:bodyPr/>
          <a:lstStyle/>
          <a:p>
            <a:r>
              <a:rPr lang="en-US" dirty="0"/>
              <a:t>Multi-Phase Pipeline Overview</a:t>
            </a:r>
          </a:p>
        </p:txBody>
      </p:sp>
      <p:sp>
        <p:nvSpPr>
          <p:cNvPr id="7" name="Title 6">
            <a:extLst>
              <a:ext uri="{FF2B5EF4-FFF2-40B4-BE49-F238E27FC236}">
                <a16:creationId xmlns:a16="http://schemas.microsoft.com/office/drawing/2014/main" id="{553AEA88-4D6F-0ADC-F3DF-D70EBDC2A57E}"/>
              </a:ext>
            </a:extLst>
          </p:cNvPr>
          <p:cNvSpPr>
            <a:spLocks noGrp="1"/>
          </p:cNvSpPr>
          <p:nvPr>
            <p:ph type="title"/>
          </p:nvPr>
        </p:nvSpPr>
        <p:spPr/>
        <p:txBody>
          <a:bodyPr/>
          <a:lstStyle/>
          <a:p>
            <a:pPr lvl="0"/>
            <a:r>
              <a:rPr lang="de-DE" dirty="0"/>
              <a:t>Methodology Overview</a:t>
            </a:r>
          </a:p>
        </p:txBody>
      </p:sp>
      <p:pic>
        <p:nvPicPr>
          <p:cNvPr id="8" name="Picture 7">
            <a:extLst>
              <a:ext uri="{FF2B5EF4-FFF2-40B4-BE49-F238E27FC236}">
                <a16:creationId xmlns:a16="http://schemas.microsoft.com/office/drawing/2014/main" id="{6C5BA4C3-8203-C187-D8D8-F16BA5079961}"/>
              </a:ext>
            </a:extLst>
          </p:cNvPr>
          <p:cNvPicPr>
            <a:picLocks noChangeAspect="1"/>
          </p:cNvPicPr>
          <p:nvPr/>
        </p:nvPicPr>
        <p:blipFill>
          <a:blip r:embed="rId2"/>
          <a:stretch>
            <a:fillRect/>
          </a:stretch>
        </p:blipFill>
        <p:spPr>
          <a:xfrm>
            <a:off x="477185" y="1587740"/>
            <a:ext cx="8285215" cy="2374660"/>
          </a:xfrm>
          <a:prstGeom prst="rect">
            <a:avLst/>
          </a:prstGeom>
        </p:spPr>
      </p:pic>
    </p:spTree>
    <p:extLst>
      <p:ext uri="{BB962C8B-B14F-4D97-AF65-F5344CB8AC3E}">
        <p14:creationId xmlns:p14="http://schemas.microsoft.com/office/powerpoint/2010/main" val="3498497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62FCE-30BD-7538-70B5-ACDB3FC43F99}"/>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76E1C952-A3E3-1E1E-C35C-0C3164C16142}"/>
              </a:ext>
            </a:extLst>
          </p:cNvPr>
          <p:cNvSpPr>
            <a:spLocks noGrp="1"/>
          </p:cNvSpPr>
          <p:nvPr>
            <p:ph type="dt" sz="half" idx="10"/>
          </p:nvPr>
        </p:nvSpPr>
        <p:spPr>
          <a:xfrm>
            <a:off x="7754400" y="5418000"/>
            <a:ext cx="532800" cy="126000"/>
          </a:xfrm>
        </p:spPr>
        <p:txBody>
          <a:bodyPr/>
          <a:lstStyle/>
          <a:p>
            <a:fld id="{5A2614FD-D6D8-4832-9998-0326862FDF13}" type="datetime1">
              <a:rPr lang="de-DE" smtClean="0"/>
              <a:pPr/>
              <a:t>23.02.2026</a:t>
            </a:fld>
            <a:endParaRPr lang="de-DE" dirty="0"/>
          </a:p>
        </p:txBody>
      </p:sp>
      <p:sp>
        <p:nvSpPr>
          <p:cNvPr id="4" name="Footer Placeholder 3">
            <a:extLst>
              <a:ext uri="{FF2B5EF4-FFF2-40B4-BE49-F238E27FC236}">
                <a16:creationId xmlns:a16="http://schemas.microsoft.com/office/drawing/2014/main" id="{EE692056-CA28-73DE-144B-E9F31441D9F2}"/>
              </a:ext>
            </a:extLst>
          </p:cNvPr>
          <p:cNvSpPr>
            <a:spLocks noGrp="1"/>
          </p:cNvSpPr>
          <p:nvPr>
            <p:ph type="ftr" sz="quarter" idx="11"/>
          </p:nvPr>
        </p:nvSpPr>
        <p:spPr>
          <a:xfrm>
            <a:off x="468313" y="5418000"/>
            <a:ext cx="6061913" cy="126000"/>
          </a:xfrm>
        </p:spPr>
        <p:txBody>
          <a:bodyPr/>
          <a:lstStyle/>
          <a:p>
            <a:r>
              <a:rPr lang="de-DE"/>
              <a:t>University of Stuttgart, IAS</a:t>
            </a:r>
            <a:endParaRPr lang="de-DE" dirty="0"/>
          </a:p>
        </p:txBody>
      </p:sp>
      <p:sp>
        <p:nvSpPr>
          <p:cNvPr id="5" name="Slide Number Placeholder 4">
            <a:extLst>
              <a:ext uri="{FF2B5EF4-FFF2-40B4-BE49-F238E27FC236}">
                <a16:creationId xmlns:a16="http://schemas.microsoft.com/office/drawing/2014/main" id="{C995C0ED-A4B1-CAE1-9843-FD07EF315617}"/>
              </a:ext>
            </a:extLst>
          </p:cNvPr>
          <p:cNvSpPr>
            <a:spLocks noGrp="1"/>
          </p:cNvSpPr>
          <p:nvPr>
            <p:ph type="sldNum" sz="quarter" idx="12"/>
          </p:nvPr>
        </p:nvSpPr>
        <p:spPr>
          <a:xfrm>
            <a:off x="8539200" y="5418000"/>
            <a:ext cx="223200" cy="126000"/>
          </a:xfrm>
        </p:spPr>
        <p:txBody>
          <a:bodyPr/>
          <a:lstStyle/>
          <a:p>
            <a:fld id="{9E82CC3C-1DC0-4FDA-9590-6CC506AB67F8}" type="slidenum">
              <a:rPr lang="de-DE" smtClean="0"/>
              <a:pPr/>
              <a:t>13</a:t>
            </a:fld>
            <a:endParaRPr lang="de-DE" dirty="0"/>
          </a:p>
        </p:txBody>
      </p:sp>
      <p:sp>
        <p:nvSpPr>
          <p:cNvPr id="6" name="Text Placeholder 5">
            <a:extLst>
              <a:ext uri="{FF2B5EF4-FFF2-40B4-BE49-F238E27FC236}">
                <a16:creationId xmlns:a16="http://schemas.microsoft.com/office/drawing/2014/main" id="{34DECC04-FA1F-93A8-DE7E-D8D495D92171}"/>
              </a:ext>
            </a:extLst>
          </p:cNvPr>
          <p:cNvSpPr>
            <a:spLocks noGrp="1"/>
          </p:cNvSpPr>
          <p:nvPr>
            <p:ph type="body" sz="quarter" idx="13"/>
          </p:nvPr>
        </p:nvSpPr>
        <p:spPr>
          <a:xfrm>
            <a:off x="468000" y="716400"/>
            <a:ext cx="8208000" cy="276225"/>
          </a:xfrm>
        </p:spPr>
        <p:txBody>
          <a:bodyPr/>
          <a:lstStyle/>
          <a:p>
            <a:r>
              <a:rPr lang="en-US" dirty="0"/>
              <a:t>Representation-Driven, Empirically Grounded Playwright Tests</a:t>
            </a:r>
          </a:p>
        </p:txBody>
      </p:sp>
      <p:sp>
        <p:nvSpPr>
          <p:cNvPr id="7" name="Title 6">
            <a:extLst>
              <a:ext uri="{FF2B5EF4-FFF2-40B4-BE49-F238E27FC236}">
                <a16:creationId xmlns:a16="http://schemas.microsoft.com/office/drawing/2014/main" id="{FE7A2739-2A57-D038-CC90-28F3A09F05FC}"/>
              </a:ext>
            </a:extLst>
          </p:cNvPr>
          <p:cNvSpPr>
            <a:spLocks noGrp="1"/>
          </p:cNvSpPr>
          <p:nvPr>
            <p:ph type="title"/>
          </p:nvPr>
        </p:nvSpPr>
        <p:spPr>
          <a:xfrm>
            <a:off x="468313" y="396000"/>
            <a:ext cx="8207375" cy="278290"/>
          </a:xfrm>
        </p:spPr>
        <p:txBody>
          <a:bodyPr/>
          <a:lstStyle/>
          <a:p>
            <a:pPr lvl="0"/>
            <a:r>
              <a:rPr lang="de-DE" dirty="0"/>
              <a:t>VS Code Agentic Infrastructure</a:t>
            </a:r>
          </a:p>
        </p:txBody>
      </p:sp>
      <p:sp>
        <p:nvSpPr>
          <p:cNvPr id="8" name="Content Placeholder 7">
            <a:extLst>
              <a:ext uri="{FF2B5EF4-FFF2-40B4-BE49-F238E27FC236}">
                <a16:creationId xmlns:a16="http://schemas.microsoft.com/office/drawing/2014/main" id="{2F72675F-94B4-705B-1F00-FF3BD4F25248}"/>
              </a:ext>
            </a:extLst>
          </p:cNvPr>
          <p:cNvSpPr>
            <a:spLocks noGrp="1"/>
          </p:cNvSpPr>
          <p:nvPr>
            <p:ph idx="1"/>
          </p:nvPr>
        </p:nvSpPr>
        <p:spPr>
          <a:xfrm>
            <a:off x="468313" y="1459062"/>
            <a:ext cx="8207375" cy="3492500"/>
          </a:xfrm>
        </p:spPr>
        <p:txBody>
          <a:bodyPr/>
          <a:lstStyle/>
          <a:p>
            <a:r>
              <a:rPr lang="en-US" sz="1400" b="1" dirty="0"/>
              <a:t>Documentation describes intent; implementation IS reality</a:t>
            </a:r>
            <a:r>
              <a:rPr lang="en-US" sz="1400" dirty="0"/>
              <a:t> — no test line may exist without a corresponding playwright-cli-captured code snippet or DOM snapshot as evidence.</a:t>
            </a:r>
          </a:p>
          <a:p>
            <a:r>
              <a:rPr lang="en-US" sz="1400" b="1" dirty="0"/>
              <a:t>7-phase gated pipeline</a:t>
            </a:r>
            <a:r>
              <a:rPr lang="en-US" sz="1400" dirty="0"/>
              <a:t> (Infrastructure Analysis → </a:t>
            </a:r>
            <a:r>
              <a:rPr lang="en-US" sz="1400" b="1" dirty="0">
                <a:solidFill>
                  <a:schemeClr val="accent2"/>
                </a:solidFill>
              </a:rPr>
              <a:t>Scenario Extraction → State Dependency Analysis </a:t>
            </a:r>
            <a:r>
              <a:rPr lang="en-US" sz="1400" dirty="0"/>
              <a:t>→ Precondition Strategy → Feasibility Gate → </a:t>
            </a:r>
            <a:r>
              <a:rPr lang="en-US" sz="1400" b="1" dirty="0">
                <a:solidFill>
                  <a:schemeClr val="accent2"/>
                </a:solidFill>
              </a:rPr>
              <a:t>Live Exploration </a:t>
            </a:r>
            <a:r>
              <a:rPr lang="en-US" sz="1400" dirty="0"/>
              <a:t>→ Test Synthesis) — each gate must fully complete before the next begins.</a:t>
            </a:r>
          </a:p>
          <a:p>
            <a:r>
              <a:rPr lang="en-US" sz="1400" b="1" dirty="0"/>
              <a:t>Mandatory Code Bank</a:t>
            </a:r>
            <a:r>
              <a:rPr lang="en-US" sz="1400" dirty="0"/>
              <a:t>: every playwright-cli action emits verbatim TypeScript; only these captured selectors and actions are permitted in test code — zero hand-written selectors allowed.</a:t>
            </a:r>
          </a:p>
          <a:p>
            <a:r>
              <a:rPr lang="en-US" sz="1400" b="1" dirty="0"/>
              <a:t>Snapshot-driven assertion derivation</a:t>
            </a:r>
            <a:r>
              <a:rPr lang="en-US" sz="1400" dirty="0"/>
              <a:t>: after every state-changing action, a DOM snapshot is captured and interrogated (URL, new/removed elements, dialogs) — these observations become the assertions, not the requirements document.</a:t>
            </a:r>
          </a:p>
          <a:p>
            <a:pPr marL="0" indent="0">
              <a:buNone/>
            </a:pPr>
            <a:endParaRPr lang="en-US" sz="1400" dirty="0"/>
          </a:p>
        </p:txBody>
      </p:sp>
    </p:spTree>
    <p:extLst>
      <p:ext uri="{BB962C8B-B14F-4D97-AF65-F5344CB8AC3E}">
        <p14:creationId xmlns:p14="http://schemas.microsoft.com/office/powerpoint/2010/main" val="1354427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F4220-E1D5-A9F1-9C99-12816C22DA0D}"/>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51408D34-86E1-0275-6E3D-2849A7A463D0}"/>
              </a:ext>
            </a:extLst>
          </p:cNvPr>
          <p:cNvSpPr>
            <a:spLocks noGrp="1"/>
          </p:cNvSpPr>
          <p:nvPr>
            <p:ph type="dt" sz="half" idx="10"/>
          </p:nvPr>
        </p:nvSpPr>
        <p:spPr>
          <a:xfrm>
            <a:off x="7754400" y="5418000"/>
            <a:ext cx="532800" cy="126000"/>
          </a:xfrm>
        </p:spPr>
        <p:txBody>
          <a:bodyPr/>
          <a:lstStyle/>
          <a:p>
            <a:fld id="{5A2614FD-D6D8-4832-9998-0326862FDF13}" type="datetime1">
              <a:rPr lang="de-DE" smtClean="0"/>
              <a:pPr/>
              <a:t>23.02.2026</a:t>
            </a:fld>
            <a:endParaRPr lang="de-DE" dirty="0"/>
          </a:p>
        </p:txBody>
      </p:sp>
      <p:sp>
        <p:nvSpPr>
          <p:cNvPr id="4" name="Footer Placeholder 3">
            <a:extLst>
              <a:ext uri="{FF2B5EF4-FFF2-40B4-BE49-F238E27FC236}">
                <a16:creationId xmlns:a16="http://schemas.microsoft.com/office/drawing/2014/main" id="{F8C43B69-C1CA-0276-F7C3-F4B5F4BD5EBF}"/>
              </a:ext>
            </a:extLst>
          </p:cNvPr>
          <p:cNvSpPr>
            <a:spLocks noGrp="1"/>
          </p:cNvSpPr>
          <p:nvPr>
            <p:ph type="ftr" sz="quarter" idx="11"/>
          </p:nvPr>
        </p:nvSpPr>
        <p:spPr>
          <a:xfrm>
            <a:off x="468313" y="5418000"/>
            <a:ext cx="6061913" cy="126000"/>
          </a:xfrm>
        </p:spPr>
        <p:txBody>
          <a:bodyPr/>
          <a:lstStyle/>
          <a:p>
            <a:r>
              <a:rPr lang="de-DE"/>
              <a:t>University of Stuttgart, IAS</a:t>
            </a:r>
            <a:endParaRPr lang="de-DE" dirty="0"/>
          </a:p>
        </p:txBody>
      </p:sp>
      <p:sp>
        <p:nvSpPr>
          <p:cNvPr id="5" name="Slide Number Placeholder 4">
            <a:extLst>
              <a:ext uri="{FF2B5EF4-FFF2-40B4-BE49-F238E27FC236}">
                <a16:creationId xmlns:a16="http://schemas.microsoft.com/office/drawing/2014/main" id="{5D1B10E1-93F4-F7EC-21D7-C20B68C624CA}"/>
              </a:ext>
            </a:extLst>
          </p:cNvPr>
          <p:cNvSpPr>
            <a:spLocks noGrp="1"/>
          </p:cNvSpPr>
          <p:nvPr>
            <p:ph type="sldNum" sz="quarter" idx="12"/>
          </p:nvPr>
        </p:nvSpPr>
        <p:spPr>
          <a:xfrm>
            <a:off x="8539200" y="5418000"/>
            <a:ext cx="223200" cy="126000"/>
          </a:xfrm>
        </p:spPr>
        <p:txBody>
          <a:bodyPr/>
          <a:lstStyle/>
          <a:p>
            <a:fld id="{9E82CC3C-1DC0-4FDA-9590-6CC506AB67F8}" type="slidenum">
              <a:rPr lang="de-DE" smtClean="0"/>
              <a:pPr/>
              <a:t>14</a:t>
            </a:fld>
            <a:endParaRPr lang="de-DE" dirty="0"/>
          </a:p>
        </p:txBody>
      </p:sp>
      <p:sp>
        <p:nvSpPr>
          <p:cNvPr id="6" name="Text Placeholder 5">
            <a:extLst>
              <a:ext uri="{FF2B5EF4-FFF2-40B4-BE49-F238E27FC236}">
                <a16:creationId xmlns:a16="http://schemas.microsoft.com/office/drawing/2014/main" id="{EA7DF1CA-15E6-ECF6-887F-DF1A7905EE15}"/>
              </a:ext>
            </a:extLst>
          </p:cNvPr>
          <p:cNvSpPr>
            <a:spLocks noGrp="1"/>
          </p:cNvSpPr>
          <p:nvPr>
            <p:ph type="body" sz="quarter" idx="13"/>
          </p:nvPr>
        </p:nvSpPr>
        <p:spPr>
          <a:xfrm>
            <a:off x="468000" y="716400"/>
            <a:ext cx="8208000" cy="276225"/>
          </a:xfrm>
        </p:spPr>
        <p:txBody>
          <a:bodyPr/>
          <a:lstStyle/>
          <a:p>
            <a:r>
              <a:rPr lang="en-US" dirty="0"/>
              <a:t>Representation-Driven, Empirically Grounded Playwright Tests</a:t>
            </a:r>
          </a:p>
        </p:txBody>
      </p:sp>
      <p:sp>
        <p:nvSpPr>
          <p:cNvPr id="7" name="Title 6">
            <a:extLst>
              <a:ext uri="{FF2B5EF4-FFF2-40B4-BE49-F238E27FC236}">
                <a16:creationId xmlns:a16="http://schemas.microsoft.com/office/drawing/2014/main" id="{3E855AC2-622E-2770-A20D-49A85113AEF5}"/>
              </a:ext>
            </a:extLst>
          </p:cNvPr>
          <p:cNvSpPr>
            <a:spLocks noGrp="1"/>
          </p:cNvSpPr>
          <p:nvPr>
            <p:ph type="title"/>
          </p:nvPr>
        </p:nvSpPr>
        <p:spPr>
          <a:xfrm>
            <a:off x="468313" y="396000"/>
            <a:ext cx="8207375" cy="278290"/>
          </a:xfrm>
        </p:spPr>
        <p:txBody>
          <a:bodyPr/>
          <a:lstStyle/>
          <a:p>
            <a:pPr lvl="0"/>
            <a:r>
              <a:rPr lang="de-DE" dirty="0"/>
              <a:t>VS Code Agentic Infrastructure</a:t>
            </a:r>
          </a:p>
        </p:txBody>
      </p:sp>
      <p:sp>
        <p:nvSpPr>
          <p:cNvPr id="8" name="Content Placeholder 7">
            <a:extLst>
              <a:ext uri="{FF2B5EF4-FFF2-40B4-BE49-F238E27FC236}">
                <a16:creationId xmlns:a16="http://schemas.microsoft.com/office/drawing/2014/main" id="{FDC8F39E-B93B-F372-444D-56A9A771B68D}"/>
              </a:ext>
            </a:extLst>
          </p:cNvPr>
          <p:cNvSpPr>
            <a:spLocks noGrp="1"/>
          </p:cNvSpPr>
          <p:nvPr>
            <p:ph idx="1"/>
          </p:nvPr>
        </p:nvSpPr>
        <p:spPr>
          <a:xfrm>
            <a:off x="468313" y="1299895"/>
            <a:ext cx="8207375" cy="3492500"/>
          </a:xfrm>
        </p:spPr>
        <p:txBody>
          <a:bodyPr/>
          <a:lstStyle/>
          <a:p>
            <a:r>
              <a:rPr lang="en-US" sz="1400" b="1" dirty="0"/>
              <a:t>Iteration 1</a:t>
            </a:r>
            <a:r>
              <a:rPr lang="en-US" sz="1400" dirty="0"/>
              <a:t> (Representation → Tests → Heal): agent generates tests directly from Gherkin/state diagrams, then attempts repair from execution logs — high failure rate due to hallucinated selectors, </a:t>
            </a:r>
            <a:r>
              <a:rPr lang="en-US" sz="1400" b="1" dirty="0">
                <a:solidFill>
                  <a:schemeClr val="accent2"/>
                </a:solidFill>
              </a:rPr>
              <a:t>unverified preconditions</a:t>
            </a:r>
            <a:r>
              <a:rPr lang="en-US" sz="1400" dirty="0"/>
              <a:t>, and </a:t>
            </a:r>
            <a:r>
              <a:rPr lang="en-US" sz="1400" b="1" dirty="0">
                <a:solidFill>
                  <a:schemeClr val="accent2"/>
                </a:solidFill>
              </a:rPr>
              <a:t>implicit state assumptions</a:t>
            </a:r>
          </a:p>
          <a:p>
            <a:r>
              <a:rPr lang="en-US" sz="1400" b="1" dirty="0"/>
              <a:t>Iteration 2</a:t>
            </a:r>
            <a:r>
              <a:rPr lang="en-US" sz="1400" dirty="0"/>
              <a:t> (Representation → Tests → Heal): thinks about , </a:t>
            </a:r>
            <a:r>
              <a:rPr lang="en-US" sz="1400" b="1" dirty="0"/>
              <a:t>unverified preconditions</a:t>
            </a:r>
            <a:r>
              <a:rPr lang="en-US" sz="1400" dirty="0"/>
              <a:t>, and </a:t>
            </a:r>
            <a:r>
              <a:rPr lang="en-US" sz="1400" b="1" dirty="0"/>
              <a:t>implicit state assumptions, </a:t>
            </a:r>
            <a:r>
              <a:rPr lang="en-US" sz="1400" dirty="0"/>
              <a:t>plans about it and then agent generates tests and then attempts repair from execution logs — high failure rate due to </a:t>
            </a:r>
            <a:r>
              <a:rPr lang="en-US" sz="1400" b="1" dirty="0">
                <a:solidFill>
                  <a:schemeClr val="accent2"/>
                </a:solidFill>
              </a:rPr>
              <a:t>hallucinated selectors</a:t>
            </a:r>
            <a:r>
              <a:rPr lang="en-US" sz="1400" dirty="0"/>
              <a:t>, and </a:t>
            </a:r>
            <a:r>
              <a:rPr lang="en-US" sz="1400" b="1" dirty="0">
                <a:solidFill>
                  <a:schemeClr val="accent2"/>
                </a:solidFill>
              </a:rPr>
              <a:t>lack of system knowledge </a:t>
            </a:r>
          </a:p>
          <a:p>
            <a:r>
              <a:rPr lang="en-US" sz="1400" b="1" dirty="0"/>
              <a:t>Iteration 2</a:t>
            </a:r>
            <a:r>
              <a:rPr lang="en-US" sz="1400" dirty="0"/>
              <a:t> (Representation → playwright-cli exploration → Tests → Heal): introducing live system exploration before synthesis eliminated speculative selectors; the "Code Bank" pattern ensured every action had empirical backing — significant pass-rate improvement.</a:t>
            </a:r>
          </a:p>
          <a:p>
            <a:endParaRPr lang="en-US" sz="1400" dirty="0"/>
          </a:p>
          <a:p>
            <a:r>
              <a:rPr lang="en-US" sz="1400" dirty="0"/>
              <a:t>Note : As the agent explore → more efficient → gains more knowledge about the system → every interaction is documented → More Testcases → Stronger System Model</a:t>
            </a:r>
          </a:p>
          <a:p>
            <a:pPr marL="0" indent="0">
              <a:buNone/>
            </a:pPr>
            <a:endParaRPr lang="en-US" sz="1400" dirty="0"/>
          </a:p>
        </p:txBody>
      </p:sp>
    </p:spTree>
    <p:extLst>
      <p:ext uri="{BB962C8B-B14F-4D97-AF65-F5344CB8AC3E}">
        <p14:creationId xmlns:p14="http://schemas.microsoft.com/office/powerpoint/2010/main" val="3244825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9E24B-6A6F-EF33-5377-CF7529A01376}"/>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AA894F0E-07D3-AF4A-9283-71606179CA11}"/>
              </a:ext>
            </a:extLst>
          </p:cNvPr>
          <p:cNvSpPr>
            <a:spLocks noGrp="1"/>
          </p:cNvSpPr>
          <p:nvPr>
            <p:ph type="dt" sz="half" idx="10"/>
          </p:nvPr>
        </p:nvSpPr>
        <p:spPr>
          <a:xfrm>
            <a:off x="7754400" y="5418000"/>
            <a:ext cx="532800" cy="126000"/>
          </a:xfrm>
        </p:spPr>
        <p:txBody>
          <a:bodyPr/>
          <a:lstStyle/>
          <a:p>
            <a:fld id="{5A2614FD-D6D8-4832-9998-0326862FDF13}" type="datetime1">
              <a:rPr lang="de-DE" smtClean="0"/>
              <a:pPr/>
              <a:t>23.02.2026</a:t>
            </a:fld>
            <a:endParaRPr lang="de-DE" dirty="0"/>
          </a:p>
        </p:txBody>
      </p:sp>
      <p:sp>
        <p:nvSpPr>
          <p:cNvPr id="4" name="Footer Placeholder 3">
            <a:extLst>
              <a:ext uri="{FF2B5EF4-FFF2-40B4-BE49-F238E27FC236}">
                <a16:creationId xmlns:a16="http://schemas.microsoft.com/office/drawing/2014/main" id="{77F71BA8-207E-13B5-BAA8-D7C8DF91047C}"/>
              </a:ext>
            </a:extLst>
          </p:cNvPr>
          <p:cNvSpPr>
            <a:spLocks noGrp="1"/>
          </p:cNvSpPr>
          <p:nvPr>
            <p:ph type="ftr" sz="quarter" idx="11"/>
          </p:nvPr>
        </p:nvSpPr>
        <p:spPr>
          <a:xfrm>
            <a:off x="468313" y="5418000"/>
            <a:ext cx="6061913" cy="126000"/>
          </a:xfrm>
        </p:spPr>
        <p:txBody>
          <a:bodyPr/>
          <a:lstStyle/>
          <a:p>
            <a:r>
              <a:rPr lang="de-DE"/>
              <a:t>University of Stuttgart, IAS</a:t>
            </a:r>
            <a:endParaRPr lang="de-DE" dirty="0"/>
          </a:p>
        </p:txBody>
      </p:sp>
      <p:sp>
        <p:nvSpPr>
          <p:cNvPr id="5" name="Slide Number Placeholder 4">
            <a:extLst>
              <a:ext uri="{FF2B5EF4-FFF2-40B4-BE49-F238E27FC236}">
                <a16:creationId xmlns:a16="http://schemas.microsoft.com/office/drawing/2014/main" id="{F1EA9980-FDCF-E92C-6699-DBE1F3955FC2}"/>
              </a:ext>
            </a:extLst>
          </p:cNvPr>
          <p:cNvSpPr>
            <a:spLocks noGrp="1"/>
          </p:cNvSpPr>
          <p:nvPr>
            <p:ph type="sldNum" sz="quarter" idx="12"/>
          </p:nvPr>
        </p:nvSpPr>
        <p:spPr>
          <a:xfrm>
            <a:off x="8539200" y="5418000"/>
            <a:ext cx="223200" cy="126000"/>
          </a:xfrm>
        </p:spPr>
        <p:txBody>
          <a:bodyPr/>
          <a:lstStyle/>
          <a:p>
            <a:fld id="{9E82CC3C-1DC0-4FDA-9590-6CC506AB67F8}" type="slidenum">
              <a:rPr lang="de-DE" smtClean="0"/>
              <a:pPr/>
              <a:t>15</a:t>
            </a:fld>
            <a:endParaRPr lang="de-DE" dirty="0"/>
          </a:p>
        </p:txBody>
      </p:sp>
      <p:sp>
        <p:nvSpPr>
          <p:cNvPr id="6" name="Text Placeholder 5">
            <a:extLst>
              <a:ext uri="{FF2B5EF4-FFF2-40B4-BE49-F238E27FC236}">
                <a16:creationId xmlns:a16="http://schemas.microsoft.com/office/drawing/2014/main" id="{3A490EED-696A-2631-DB12-3D5902086AC0}"/>
              </a:ext>
            </a:extLst>
          </p:cNvPr>
          <p:cNvSpPr>
            <a:spLocks noGrp="1"/>
          </p:cNvSpPr>
          <p:nvPr>
            <p:ph type="body" sz="quarter" idx="13"/>
          </p:nvPr>
        </p:nvSpPr>
        <p:spPr>
          <a:xfrm>
            <a:off x="468000" y="716400"/>
            <a:ext cx="8208000" cy="276225"/>
          </a:xfrm>
        </p:spPr>
        <p:txBody>
          <a:bodyPr/>
          <a:lstStyle/>
          <a:p>
            <a:r>
              <a:rPr lang="en-US" dirty="0"/>
              <a:t>Representation-Driven, Empirically Grounded Playwright Tests</a:t>
            </a:r>
          </a:p>
        </p:txBody>
      </p:sp>
      <p:sp>
        <p:nvSpPr>
          <p:cNvPr id="7" name="Title 6">
            <a:extLst>
              <a:ext uri="{FF2B5EF4-FFF2-40B4-BE49-F238E27FC236}">
                <a16:creationId xmlns:a16="http://schemas.microsoft.com/office/drawing/2014/main" id="{4F298E8C-22EB-1E1C-6028-91BE7766932E}"/>
              </a:ext>
            </a:extLst>
          </p:cNvPr>
          <p:cNvSpPr>
            <a:spLocks noGrp="1"/>
          </p:cNvSpPr>
          <p:nvPr>
            <p:ph type="title"/>
          </p:nvPr>
        </p:nvSpPr>
        <p:spPr>
          <a:xfrm>
            <a:off x="468313" y="396000"/>
            <a:ext cx="8207375" cy="278290"/>
          </a:xfrm>
        </p:spPr>
        <p:txBody>
          <a:bodyPr/>
          <a:lstStyle/>
          <a:p>
            <a:pPr lvl="0"/>
            <a:r>
              <a:rPr lang="de-DE" dirty="0"/>
              <a:t>VS Code Agentic Infrastructure</a:t>
            </a:r>
          </a:p>
        </p:txBody>
      </p:sp>
      <p:pic>
        <p:nvPicPr>
          <p:cNvPr id="11" name="Picture 10">
            <a:extLst>
              <a:ext uri="{FF2B5EF4-FFF2-40B4-BE49-F238E27FC236}">
                <a16:creationId xmlns:a16="http://schemas.microsoft.com/office/drawing/2014/main" id="{6A5DF54F-230F-E1B3-EB7A-5C65C4B983B3}"/>
              </a:ext>
            </a:extLst>
          </p:cNvPr>
          <p:cNvPicPr>
            <a:picLocks noChangeAspect="1"/>
          </p:cNvPicPr>
          <p:nvPr/>
        </p:nvPicPr>
        <p:blipFill>
          <a:blip r:embed="rId2"/>
          <a:stretch>
            <a:fillRect/>
          </a:stretch>
        </p:blipFill>
        <p:spPr>
          <a:xfrm>
            <a:off x="365760" y="1109723"/>
            <a:ext cx="7884900" cy="4209277"/>
          </a:xfrm>
          <a:prstGeom prst="rect">
            <a:avLst/>
          </a:prstGeom>
        </p:spPr>
      </p:pic>
    </p:spTree>
    <p:extLst>
      <p:ext uri="{BB962C8B-B14F-4D97-AF65-F5344CB8AC3E}">
        <p14:creationId xmlns:p14="http://schemas.microsoft.com/office/powerpoint/2010/main" val="22304181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B18D8-2FA2-E2C9-3ED5-BB48F67CBA7C}"/>
            </a:ext>
          </a:extLst>
        </p:cNvPr>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BAA792F4-709B-0F04-AB60-1F3DF26D70BA}"/>
              </a:ext>
            </a:extLst>
          </p:cNvPr>
          <p:cNvSpPr>
            <a:spLocks noGrp="1"/>
          </p:cNvSpPr>
          <p:nvPr>
            <p:ph idx="1"/>
          </p:nvPr>
        </p:nvSpPr>
        <p:spPr>
          <a:xfrm>
            <a:off x="468001" y="1403678"/>
            <a:ext cx="4264020" cy="3435022"/>
          </a:xfrm>
        </p:spPr>
        <p:txBody>
          <a:bodyPr/>
          <a:lstStyle/>
          <a:p>
            <a:r>
              <a:rPr lang="en-US" sz="1400" dirty="0"/>
              <a:t>Experimental Infrastructure on Auto-GPT Platform</a:t>
            </a:r>
          </a:p>
          <a:p>
            <a:r>
              <a:rPr lang="en-US" sz="1400" dirty="0"/>
              <a:t>Auto-GPT web UI with no-code agent-builder workflows.</a:t>
            </a:r>
          </a:p>
          <a:p>
            <a:r>
              <a:rPr lang="en-US" sz="1400" dirty="0"/>
              <a:t>Docker-based setup.</a:t>
            </a:r>
          </a:p>
        </p:txBody>
      </p:sp>
      <p:sp>
        <p:nvSpPr>
          <p:cNvPr id="3" name="Date Placeholder 2">
            <a:extLst>
              <a:ext uri="{FF2B5EF4-FFF2-40B4-BE49-F238E27FC236}">
                <a16:creationId xmlns:a16="http://schemas.microsoft.com/office/drawing/2014/main" id="{F8551A8B-A267-CEE0-A238-A10AE61620F8}"/>
              </a:ext>
            </a:extLst>
          </p:cNvPr>
          <p:cNvSpPr>
            <a:spLocks noGrp="1"/>
          </p:cNvSpPr>
          <p:nvPr>
            <p:ph type="dt" sz="half" idx="10"/>
          </p:nvPr>
        </p:nvSpPr>
        <p:spPr>
          <a:xfrm>
            <a:off x="7754400" y="5418000"/>
            <a:ext cx="532800" cy="126000"/>
          </a:xfrm>
        </p:spPr>
        <p:txBody>
          <a:bodyPr/>
          <a:lstStyle/>
          <a:p>
            <a:fld id="{5A2614FD-D6D8-4832-9998-0326862FDF13}" type="datetime1">
              <a:rPr lang="de-DE" smtClean="0"/>
              <a:pPr/>
              <a:t>23.02.2026</a:t>
            </a:fld>
            <a:endParaRPr lang="de-DE" dirty="0"/>
          </a:p>
        </p:txBody>
      </p:sp>
      <p:sp>
        <p:nvSpPr>
          <p:cNvPr id="4" name="Footer Placeholder 3">
            <a:extLst>
              <a:ext uri="{FF2B5EF4-FFF2-40B4-BE49-F238E27FC236}">
                <a16:creationId xmlns:a16="http://schemas.microsoft.com/office/drawing/2014/main" id="{DE1A0841-81A5-DA53-53AA-1C669202612C}"/>
              </a:ext>
            </a:extLst>
          </p:cNvPr>
          <p:cNvSpPr>
            <a:spLocks noGrp="1"/>
          </p:cNvSpPr>
          <p:nvPr>
            <p:ph type="ftr" sz="quarter" idx="11"/>
          </p:nvPr>
        </p:nvSpPr>
        <p:spPr>
          <a:xfrm>
            <a:off x="468313" y="5418000"/>
            <a:ext cx="6061913" cy="126000"/>
          </a:xfrm>
        </p:spPr>
        <p:txBody>
          <a:bodyPr/>
          <a:lstStyle/>
          <a:p>
            <a:r>
              <a:rPr lang="de-DE"/>
              <a:t>University of Stuttgart, IAS</a:t>
            </a:r>
            <a:endParaRPr lang="de-DE" dirty="0"/>
          </a:p>
        </p:txBody>
      </p:sp>
      <p:sp>
        <p:nvSpPr>
          <p:cNvPr id="5" name="Slide Number Placeholder 4">
            <a:extLst>
              <a:ext uri="{FF2B5EF4-FFF2-40B4-BE49-F238E27FC236}">
                <a16:creationId xmlns:a16="http://schemas.microsoft.com/office/drawing/2014/main" id="{1F97DA8C-E5AF-2C08-6549-F265CC19C2D8}"/>
              </a:ext>
            </a:extLst>
          </p:cNvPr>
          <p:cNvSpPr>
            <a:spLocks noGrp="1"/>
          </p:cNvSpPr>
          <p:nvPr>
            <p:ph type="sldNum" sz="quarter" idx="12"/>
          </p:nvPr>
        </p:nvSpPr>
        <p:spPr>
          <a:xfrm>
            <a:off x="8539200" y="5418000"/>
            <a:ext cx="223200" cy="126000"/>
          </a:xfrm>
        </p:spPr>
        <p:txBody>
          <a:bodyPr/>
          <a:lstStyle/>
          <a:p>
            <a:fld id="{9E82CC3C-1DC0-4FDA-9590-6CC506AB67F8}" type="slidenum">
              <a:rPr lang="de-DE" smtClean="0"/>
              <a:pPr/>
              <a:t>16</a:t>
            </a:fld>
            <a:endParaRPr lang="de-DE" dirty="0"/>
          </a:p>
        </p:txBody>
      </p:sp>
      <p:sp>
        <p:nvSpPr>
          <p:cNvPr id="6" name="Text Placeholder 5">
            <a:extLst>
              <a:ext uri="{FF2B5EF4-FFF2-40B4-BE49-F238E27FC236}">
                <a16:creationId xmlns:a16="http://schemas.microsoft.com/office/drawing/2014/main" id="{48CFFCBD-3072-33EC-6D15-188F25AECFBE}"/>
              </a:ext>
            </a:extLst>
          </p:cNvPr>
          <p:cNvSpPr>
            <a:spLocks noGrp="1"/>
          </p:cNvSpPr>
          <p:nvPr>
            <p:ph type="body" sz="quarter" idx="13"/>
          </p:nvPr>
        </p:nvSpPr>
        <p:spPr>
          <a:xfrm>
            <a:off x="468000" y="716400"/>
            <a:ext cx="8208000" cy="276225"/>
          </a:xfrm>
        </p:spPr>
        <p:txBody>
          <a:bodyPr/>
          <a:lstStyle/>
          <a:p>
            <a:r>
              <a:rPr lang="en-US" b="1" dirty="0"/>
              <a:t>Experimental Infrastructure</a:t>
            </a:r>
            <a:endParaRPr lang="en-US" dirty="0"/>
          </a:p>
        </p:txBody>
      </p:sp>
      <p:sp>
        <p:nvSpPr>
          <p:cNvPr id="7" name="Title 6">
            <a:extLst>
              <a:ext uri="{FF2B5EF4-FFF2-40B4-BE49-F238E27FC236}">
                <a16:creationId xmlns:a16="http://schemas.microsoft.com/office/drawing/2014/main" id="{EA4FAF9E-6651-A802-664E-8A5FA5255BF4}"/>
              </a:ext>
            </a:extLst>
          </p:cNvPr>
          <p:cNvSpPr>
            <a:spLocks noGrp="1"/>
          </p:cNvSpPr>
          <p:nvPr>
            <p:ph type="title"/>
          </p:nvPr>
        </p:nvSpPr>
        <p:spPr>
          <a:xfrm>
            <a:off x="468313" y="396000"/>
            <a:ext cx="8207375" cy="278290"/>
          </a:xfrm>
        </p:spPr>
        <p:txBody>
          <a:bodyPr/>
          <a:lstStyle/>
          <a:p>
            <a:r>
              <a:rPr lang="en-US" dirty="0"/>
              <a:t>Experimental Setup &amp; Results</a:t>
            </a:r>
            <a:endParaRPr lang="en-US" b="0" dirty="0"/>
          </a:p>
        </p:txBody>
      </p:sp>
      <p:pic>
        <p:nvPicPr>
          <p:cNvPr id="8" name="Picture 7">
            <a:extLst>
              <a:ext uri="{FF2B5EF4-FFF2-40B4-BE49-F238E27FC236}">
                <a16:creationId xmlns:a16="http://schemas.microsoft.com/office/drawing/2014/main" id="{2CB85DE7-9CA0-C08D-1FE9-908D9A5D0987}"/>
              </a:ext>
            </a:extLst>
          </p:cNvPr>
          <p:cNvPicPr>
            <a:picLocks noChangeAspect="1"/>
          </p:cNvPicPr>
          <p:nvPr/>
        </p:nvPicPr>
        <p:blipFill>
          <a:blip r:embed="rId2"/>
          <a:stretch>
            <a:fillRect/>
          </a:stretch>
        </p:blipFill>
        <p:spPr>
          <a:xfrm>
            <a:off x="5057081" y="716400"/>
            <a:ext cx="3705319" cy="3435022"/>
          </a:xfrm>
          <a:prstGeom prst="rect">
            <a:avLst/>
          </a:prstGeom>
        </p:spPr>
      </p:pic>
    </p:spTree>
    <p:extLst>
      <p:ext uri="{BB962C8B-B14F-4D97-AF65-F5344CB8AC3E}">
        <p14:creationId xmlns:p14="http://schemas.microsoft.com/office/powerpoint/2010/main" val="4266993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fade">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fade">
                                      <p:cBhvr>
                                        <p:cTn id="17" dur="50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61D27-6698-BE04-FB0C-7E3497DAFE89}"/>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AE41FEAE-347D-0E83-39DF-F71A61FFFFA1}"/>
              </a:ext>
            </a:extLst>
          </p:cNvPr>
          <p:cNvSpPr>
            <a:spLocks noGrp="1"/>
          </p:cNvSpPr>
          <p:nvPr>
            <p:ph type="dt" sz="half" idx="10"/>
          </p:nvPr>
        </p:nvSpPr>
        <p:spPr>
          <a:xfrm>
            <a:off x="7754400" y="5418000"/>
            <a:ext cx="532800" cy="126000"/>
          </a:xfrm>
        </p:spPr>
        <p:txBody>
          <a:bodyPr/>
          <a:lstStyle/>
          <a:p>
            <a:fld id="{5A2614FD-D6D8-4832-9998-0326862FDF13}" type="datetime1">
              <a:rPr lang="de-DE" smtClean="0"/>
              <a:pPr/>
              <a:t>23.02.2026</a:t>
            </a:fld>
            <a:endParaRPr lang="de-DE" dirty="0"/>
          </a:p>
        </p:txBody>
      </p:sp>
      <p:sp>
        <p:nvSpPr>
          <p:cNvPr id="4" name="Footer Placeholder 3">
            <a:extLst>
              <a:ext uri="{FF2B5EF4-FFF2-40B4-BE49-F238E27FC236}">
                <a16:creationId xmlns:a16="http://schemas.microsoft.com/office/drawing/2014/main" id="{5A941F69-49A4-AEB2-036F-5D5DF0F4D44E}"/>
              </a:ext>
            </a:extLst>
          </p:cNvPr>
          <p:cNvSpPr>
            <a:spLocks noGrp="1"/>
          </p:cNvSpPr>
          <p:nvPr>
            <p:ph type="ftr" sz="quarter" idx="11"/>
          </p:nvPr>
        </p:nvSpPr>
        <p:spPr>
          <a:xfrm>
            <a:off x="468313" y="5418000"/>
            <a:ext cx="6061913" cy="126000"/>
          </a:xfrm>
        </p:spPr>
        <p:txBody>
          <a:bodyPr/>
          <a:lstStyle/>
          <a:p>
            <a:r>
              <a:rPr lang="de-DE"/>
              <a:t>University of Stuttgart, IAS</a:t>
            </a:r>
            <a:endParaRPr lang="de-DE" dirty="0"/>
          </a:p>
        </p:txBody>
      </p:sp>
      <p:sp>
        <p:nvSpPr>
          <p:cNvPr id="5" name="Slide Number Placeholder 4">
            <a:extLst>
              <a:ext uri="{FF2B5EF4-FFF2-40B4-BE49-F238E27FC236}">
                <a16:creationId xmlns:a16="http://schemas.microsoft.com/office/drawing/2014/main" id="{C73D14B3-6091-D3E7-D0BE-D34F4E5858B6}"/>
              </a:ext>
            </a:extLst>
          </p:cNvPr>
          <p:cNvSpPr>
            <a:spLocks noGrp="1"/>
          </p:cNvSpPr>
          <p:nvPr>
            <p:ph type="sldNum" sz="quarter" idx="12"/>
          </p:nvPr>
        </p:nvSpPr>
        <p:spPr>
          <a:xfrm>
            <a:off x="8539200" y="5418000"/>
            <a:ext cx="223200" cy="126000"/>
          </a:xfrm>
        </p:spPr>
        <p:txBody>
          <a:bodyPr/>
          <a:lstStyle/>
          <a:p>
            <a:fld id="{9E82CC3C-1DC0-4FDA-9590-6CC506AB67F8}" type="slidenum">
              <a:rPr lang="de-DE" smtClean="0"/>
              <a:pPr/>
              <a:t>17</a:t>
            </a:fld>
            <a:endParaRPr lang="de-DE" dirty="0"/>
          </a:p>
        </p:txBody>
      </p:sp>
      <p:sp>
        <p:nvSpPr>
          <p:cNvPr id="6" name="Text Placeholder 5">
            <a:extLst>
              <a:ext uri="{FF2B5EF4-FFF2-40B4-BE49-F238E27FC236}">
                <a16:creationId xmlns:a16="http://schemas.microsoft.com/office/drawing/2014/main" id="{0930C47D-6142-16D1-356B-F7373A8377D9}"/>
              </a:ext>
            </a:extLst>
          </p:cNvPr>
          <p:cNvSpPr>
            <a:spLocks noGrp="1"/>
          </p:cNvSpPr>
          <p:nvPr>
            <p:ph type="body" sz="quarter" idx="13"/>
          </p:nvPr>
        </p:nvSpPr>
        <p:spPr>
          <a:xfrm>
            <a:off x="468000" y="716400"/>
            <a:ext cx="8208000" cy="276225"/>
          </a:xfrm>
        </p:spPr>
        <p:txBody>
          <a:bodyPr/>
          <a:lstStyle/>
          <a:p>
            <a:r>
              <a:rPr lang="en-US" dirty="0"/>
              <a:t>Test Generation Outcomes and Coverage</a:t>
            </a:r>
          </a:p>
        </p:txBody>
      </p:sp>
      <p:sp>
        <p:nvSpPr>
          <p:cNvPr id="7" name="Title 6">
            <a:extLst>
              <a:ext uri="{FF2B5EF4-FFF2-40B4-BE49-F238E27FC236}">
                <a16:creationId xmlns:a16="http://schemas.microsoft.com/office/drawing/2014/main" id="{C2C9075A-D4D6-E7E2-69CE-00C569E42CC2}"/>
              </a:ext>
            </a:extLst>
          </p:cNvPr>
          <p:cNvSpPr>
            <a:spLocks noGrp="1"/>
          </p:cNvSpPr>
          <p:nvPr>
            <p:ph type="title"/>
          </p:nvPr>
        </p:nvSpPr>
        <p:spPr>
          <a:xfrm>
            <a:off x="468313" y="396000"/>
            <a:ext cx="8207375" cy="278290"/>
          </a:xfrm>
        </p:spPr>
        <p:txBody>
          <a:bodyPr/>
          <a:lstStyle/>
          <a:p>
            <a:r>
              <a:rPr lang="en-US" dirty="0"/>
              <a:t>Experimental Setup &amp; Results</a:t>
            </a:r>
            <a:endParaRPr lang="en-US" b="0" dirty="0"/>
          </a:p>
        </p:txBody>
      </p:sp>
      <p:pic>
        <p:nvPicPr>
          <p:cNvPr id="11" name="Picture 10">
            <a:extLst>
              <a:ext uri="{FF2B5EF4-FFF2-40B4-BE49-F238E27FC236}">
                <a16:creationId xmlns:a16="http://schemas.microsoft.com/office/drawing/2014/main" id="{50446F31-39B4-38BB-07A8-1AB367E7A4B8}"/>
              </a:ext>
            </a:extLst>
          </p:cNvPr>
          <p:cNvPicPr>
            <a:picLocks noChangeAspect="1"/>
          </p:cNvPicPr>
          <p:nvPr/>
        </p:nvPicPr>
        <p:blipFill>
          <a:blip r:embed="rId3"/>
          <a:stretch>
            <a:fillRect/>
          </a:stretch>
        </p:blipFill>
        <p:spPr>
          <a:xfrm>
            <a:off x="468000" y="1145695"/>
            <a:ext cx="7080880" cy="3986241"/>
          </a:xfrm>
          <a:prstGeom prst="rect">
            <a:avLst/>
          </a:prstGeom>
        </p:spPr>
      </p:pic>
    </p:spTree>
    <p:extLst>
      <p:ext uri="{BB962C8B-B14F-4D97-AF65-F5344CB8AC3E}">
        <p14:creationId xmlns:p14="http://schemas.microsoft.com/office/powerpoint/2010/main" val="2532909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BD91C-6D6B-B85C-20C6-027442CDEDD1}"/>
            </a:ext>
          </a:extLst>
        </p:cNvPr>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5A8AFFD2-8CB1-9FC3-1850-7D94176D2586}"/>
              </a:ext>
            </a:extLst>
          </p:cNvPr>
          <p:cNvPicPr>
            <a:picLocks noGrp="1" noChangeAspect="1"/>
          </p:cNvPicPr>
          <p:nvPr>
            <p:ph idx="1"/>
          </p:nvPr>
        </p:nvPicPr>
        <p:blipFill>
          <a:blip r:embed="rId3"/>
          <a:stretch>
            <a:fillRect/>
          </a:stretch>
        </p:blipFill>
        <p:spPr>
          <a:xfrm>
            <a:off x="468000" y="1258569"/>
            <a:ext cx="6649080" cy="3670847"/>
          </a:xfrm>
          <a:prstGeom prst="rect">
            <a:avLst/>
          </a:prstGeom>
        </p:spPr>
      </p:pic>
      <p:sp>
        <p:nvSpPr>
          <p:cNvPr id="3" name="Date Placeholder 2">
            <a:extLst>
              <a:ext uri="{FF2B5EF4-FFF2-40B4-BE49-F238E27FC236}">
                <a16:creationId xmlns:a16="http://schemas.microsoft.com/office/drawing/2014/main" id="{0329D03E-EAF9-C929-800D-088B3A3FBD53}"/>
              </a:ext>
            </a:extLst>
          </p:cNvPr>
          <p:cNvSpPr>
            <a:spLocks noGrp="1"/>
          </p:cNvSpPr>
          <p:nvPr>
            <p:ph type="dt" sz="half" idx="10"/>
          </p:nvPr>
        </p:nvSpPr>
        <p:spPr>
          <a:xfrm>
            <a:off x="7754400" y="5418000"/>
            <a:ext cx="532800" cy="126000"/>
          </a:xfrm>
        </p:spPr>
        <p:txBody>
          <a:bodyPr/>
          <a:lstStyle/>
          <a:p>
            <a:fld id="{5A2614FD-D6D8-4832-9998-0326862FDF13}" type="datetime1">
              <a:rPr lang="de-DE" smtClean="0"/>
              <a:pPr/>
              <a:t>23.02.2026</a:t>
            </a:fld>
            <a:endParaRPr lang="de-DE" dirty="0"/>
          </a:p>
        </p:txBody>
      </p:sp>
      <p:sp>
        <p:nvSpPr>
          <p:cNvPr id="4" name="Footer Placeholder 3">
            <a:extLst>
              <a:ext uri="{FF2B5EF4-FFF2-40B4-BE49-F238E27FC236}">
                <a16:creationId xmlns:a16="http://schemas.microsoft.com/office/drawing/2014/main" id="{5A583697-BF99-1153-3C65-8122614D605B}"/>
              </a:ext>
            </a:extLst>
          </p:cNvPr>
          <p:cNvSpPr>
            <a:spLocks noGrp="1"/>
          </p:cNvSpPr>
          <p:nvPr>
            <p:ph type="ftr" sz="quarter" idx="11"/>
          </p:nvPr>
        </p:nvSpPr>
        <p:spPr>
          <a:xfrm>
            <a:off x="468313" y="5418000"/>
            <a:ext cx="6061913" cy="126000"/>
          </a:xfrm>
        </p:spPr>
        <p:txBody>
          <a:bodyPr/>
          <a:lstStyle/>
          <a:p>
            <a:r>
              <a:rPr lang="de-DE"/>
              <a:t>University of Stuttgart, IAS</a:t>
            </a:r>
            <a:endParaRPr lang="de-DE" dirty="0"/>
          </a:p>
        </p:txBody>
      </p:sp>
      <p:sp>
        <p:nvSpPr>
          <p:cNvPr id="5" name="Slide Number Placeholder 4">
            <a:extLst>
              <a:ext uri="{FF2B5EF4-FFF2-40B4-BE49-F238E27FC236}">
                <a16:creationId xmlns:a16="http://schemas.microsoft.com/office/drawing/2014/main" id="{74508FCD-DAE9-038D-B8DA-C4793C5C0037}"/>
              </a:ext>
            </a:extLst>
          </p:cNvPr>
          <p:cNvSpPr>
            <a:spLocks noGrp="1"/>
          </p:cNvSpPr>
          <p:nvPr>
            <p:ph type="sldNum" sz="quarter" idx="12"/>
          </p:nvPr>
        </p:nvSpPr>
        <p:spPr>
          <a:xfrm>
            <a:off x="8539200" y="5418000"/>
            <a:ext cx="223200" cy="126000"/>
          </a:xfrm>
        </p:spPr>
        <p:txBody>
          <a:bodyPr/>
          <a:lstStyle/>
          <a:p>
            <a:fld id="{9E82CC3C-1DC0-4FDA-9590-6CC506AB67F8}" type="slidenum">
              <a:rPr lang="de-DE" smtClean="0"/>
              <a:pPr/>
              <a:t>18</a:t>
            </a:fld>
            <a:endParaRPr lang="de-DE" dirty="0"/>
          </a:p>
        </p:txBody>
      </p:sp>
      <p:sp>
        <p:nvSpPr>
          <p:cNvPr id="6" name="Text Placeholder 5">
            <a:extLst>
              <a:ext uri="{FF2B5EF4-FFF2-40B4-BE49-F238E27FC236}">
                <a16:creationId xmlns:a16="http://schemas.microsoft.com/office/drawing/2014/main" id="{97478D1E-E506-26AA-42C0-66980748E951}"/>
              </a:ext>
            </a:extLst>
          </p:cNvPr>
          <p:cNvSpPr>
            <a:spLocks noGrp="1"/>
          </p:cNvSpPr>
          <p:nvPr>
            <p:ph type="body" sz="quarter" idx="13"/>
          </p:nvPr>
        </p:nvSpPr>
        <p:spPr>
          <a:xfrm>
            <a:off x="468000" y="716400"/>
            <a:ext cx="8208000" cy="276225"/>
          </a:xfrm>
        </p:spPr>
        <p:txBody>
          <a:bodyPr/>
          <a:lstStyle/>
          <a:p>
            <a:r>
              <a:rPr lang="en-US" dirty="0"/>
              <a:t>Comparison Between different Models</a:t>
            </a:r>
          </a:p>
        </p:txBody>
      </p:sp>
      <p:sp>
        <p:nvSpPr>
          <p:cNvPr id="7" name="Title 6">
            <a:extLst>
              <a:ext uri="{FF2B5EF4-FFF2-40B4-BE49-F238E27FC236}">
                <a16:creationId xmlns:a16="http://schemas.microsoft.com/office/drawing/2014/main" id="{8EB16C70-7440-D6B7-BCCC-2EAAD38E143C}"/>
              </a:ext>
            </a:extLst>
          </p:cNvPr>
          <p:cNvSpPr>
            <a:spLocks noGrp="1"/>
          </p:cNvSpPr>
          <p:nvPr>
            <p:ph type="title"/>
          </p:nvPr>
        </p:nvSpPr>
        <p:spPr>
          <a:xfrm>
            <a:off x="468313" y="396000"/>
            <a:ext cx="8207375" cy="278290"/>
          </a:xfrm>
        </p:spPr>
        <p:txBody>
          <a:bodyPr/>
          <a:lstStyle/>
          <a:p>
            <a:r>
              <a:rPr lang="en-US" dirty="0"/>
              <a:t>Experimental Setup &amp; Results</a:t>
            </a:r>
            <a:endParaRPr lang="en-US" b="0" dirty="0"/>
          </a:p>
        </p:txBody>
      </p:sp>
    </p:spTree>
    <p:extLst>
      <p:ext uri="{BB962C8B-B14F-4D97-AF65-F5344CB8AC3E}">
        <p14:creationId xmlns:p14="http://schemas.microsoft.com/office/powerpoint/2010/main" val="13480357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E4E9E-5380-DC4D-9B83-A3323650D3D1}"/>
            </a:ext>
          </a:extLst>
        </p:cNvPr>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47F3EEA6-5ACF-47BD-A6DF-9055033612AF}"/>
              </a:ext>
            </a:extLst>
          </p:cNvPr>
          <p:cNvSpPr>
            <a:spLocks noGrp="1"/>
          </p:cNvSpPr>
          <p:nvPr>
            <p:ph idx="1"/>
          </p:nvPr>
        </p:nvSpPr>
        <p:spPr>
          <a:xfrm>
            <a:off x="468313" y="1731338"/>
            <a:ext cx="3829368" cy="3435022"/>
          </a:xfrm>
        </p:spPr>
        <p:txBody>
          <a:bodyPr/>
          <a:lstStyle/>
          <a:p>
            <a:r>
              <a:rPr lang="en-US" sz="1400" dirty="0"/>
              <a:t>Not using any agentic framework like Lang Chain or OpenAI Agents SDK.</a:t>
            </a:r>
          </a:p>
          <a:p>
            <a:r>
              <a:rPr lang="en-US" sz="1400" dirty="0"/>
              <a:t>Using </a:t>
            </a:r>
            <a:r>
              <a:rPr lang="en-US" sz="1400" dirty="0">
                <a:hlinkClick r:id="rId2"/>
              </a:rPr>
              <a:t>prompt files </a:t>
            </a:r>
            <a:r>
              <a:rPr lang="en-US" sz="1400" dirty="0"/>
              <a:t>feature of VS code ( specify instructions and tools ).</a:t>
            </a:r>
          </a:p>
          <a:p>
            <a:r>
              <a:rPr lang="en-US" sz="1400" dirty="0"/>
              <a:t>Prompt files work on top of in-built/custom agents.</a:t>
            </a:r>
          </a:p>
        </p:txBody>
      </p:sp>
      <p:sp>
        <p:nvSpPr>
          <p:cNvPr id="3" name="Date Placeholder 2">
            <a:extLst>
              <a:ext uri="{FF2B5EF4-FFF2-40B4-BE49-F238E27FC236}">
                <a16:creationId xmlns:a16="http://schemas.microsoft.com/office/drawing/2014/main" id="{003EA425-07AA-515D-F8D7-4F62C4CF3B1B}"/>
              </a:ext>
            </a:extLst>
          </p:cNvPr>
          <p:cNvSpPr>
            <a:spLocks noGrp="1"/>
          </p:cNvSpPr>
          <p:nvPr>
            <p:ph type="dt" sz="half" idx="10"/>
          </p:nvPr>
        </p:nvSpPr>
        <p:spPr>
          <a:xfrm>
            <a:off x="7754400" y="5418000"/>
            <a:ext cx="532800" cy="126000"/>
          </a:xfrm>
        </p:spPr>
        <p:txBody>
          <a:bodyPr/>
          <a:lstStyle/>
          <a:p>
            <a:fld id="{5A2614FD-D6D8-4832-9998-0326862FDF13}" type="datetime1">
              <a:rPr lang="de-DE" smtClean="0"/>
              <a:pPr/>
              <a:t>23.02.2026</a:t>
            </a:fld>
            <a:endParaRPr lang="de-DE" dirty="0"/>
          </a:p>
        </p:txBody>
      </p:sp>
      <p:sp>
        <p:nvSpPr>
          <p:cNvPr id="4" name="Footer Placeholder 3">
            <a:extLst>
              <a:ext uri="{FF2B5EF4-FFF2-40B4-BE49-F238E27FC236}">
                <a16:creationId xmlns:a16="http://schemas.microsoft.com/office/drawing/2014/main" id="{DFABCB4D-5158-6B0C-EF47-2D595341CCF1}"/>
              </a:ext>
            </a:extLst>
          </p:cNvPr>
          <p:cNvSpPr>
            <a:spLocks noGrp="1"/>
          </p:cNvSpPr>
          <p:nvPr>
            <p:ph type="ftr" sz="quarter" idx="11"/>
          </p:nvPr>
        </p:nvSpPr>
        <p:spPr>
          <a:xfrm>
            <a:off x="468313" y="5418000"/>
            <a:ext cx="6061913" cy="126000"/>
          </a:xfrm>
        </p:spPr>
        <p:txBody>
          <a:bodyPr/>
          <a:lstStyle/>
          <a:p>
            <a:r>
              <a:rPr lang="de-DE"/>
              <a:t>University of Stuttgart, IAS</a:t>
            </a:r>
            <a:endParaRPr lang="de-DE" dirty="0"/>
          </a:p>
        </p:txBody>
      </p:sp>
      <p:sp>
        <p:nvSpPr>
          <p:cNvPr id="5" name="Slide Number Placeholder 4">
            <a:extLst>
              <a:ext uri="{FF2B5EF4-FFF2-40B4-BE49-F238E27FC236}">
                <a16:creationId xmlns:a16="http://schemas.microsoft.com/office/drawing/2014/main" id="{5BF325BC-775F-A785-F4BA-B46B3B3DC6EF}"/>
              </a:ext>
            </a:extLst>
          </p:cNvPr>
          <p:cNvSpPr>
            <a:spLocks noGrp="1"/>
          </p:cNvSpPr>
          <p:nvPr>
            <p:ph type="sldNum" sz="quarter" idx="12"/>
          </p:nvPr>
        </p:nvSpPr>
        <p:spPr>
          <a:xfrm>
            <a:off x="8539200" y="5418000"/>
            <a:ext cx="223200" cy="126000"/>
          </a:xfrm>
        </p:spPr>
        <p:txBody>
          <a:bodyPr/>
          <a:lstStyle/>
          <a:p>
            <a:fld id="{9E82CC3C-1DC0-4FDA-9590-6CC506AB67F8}" type="slidenum">
              <a:rPr lang="de-DE" smtClean="0"/>
              <a:pPr/>
              <a:t>19</a:t>
            </a:fld>
            <a:endParaRPr lang="de-DE" dirty="0"/>
          </a:p>
        </p:txBody>
      </p:sp>
      <p:sp>
        <p:nvSpPr>
          <p:cNvPr id="6" name="Text Placeholder 5">
            <a:extLst>
              <a:ext uri="{FF2B5EF4-FFF2-40B4-BE49-F238E27FC236}">
                <a16:creationId xmlns:a16="http://schemas.microsoft.com/office/drawing/2014/main" id="{88378250-4FAE-01A4-0CE8-115C0615996C}"/>
              </a:ext>
            </a:extLst>
          </p:cNvPr>
          <p:cNvSpPr>
            <a:spLocks noGrp="1"/>
          </p:cNvSpPr>
          <p:nvPr>
            <p:ph type="body" sz="quarter" idx="13"/>
          </p:nvPr>
        </p:nvSpPr>
        <p:spPr>
          <a:xfrm>
            <a:off x="468000" y="716400"/>
            <a:ext cx="8208000" cy="276225"/>
          </a:xfrm>
        </p:spPr>
        <p:txBody>
          <a:bodyPr/>
          <a:lstStyle/>
          <a:p>
            <a:r>
              <a:rPr lang="en-US" dirty="0"/>
              <a:t>VS Code + GitHub Copilot Agents for Structured Test Generation</a:t>
            </a:r>
          </a:p>
        </p:txBody>
      </p:sp>
      <p:sp>
        <p:nvSpPr>
          <p:cNvPr id="7" name="Title 6">
            <a:extLst>
              <a:ext uri="{FF2B5EF4-FFF2-40B4-BE49-F238E27FC236}">
                <a16:creationId xmlns:a16="http://schemas.microsoft.com/office/drawing/2014/main" id="{FCB324CA-2965-017B-A0D1-1D43F0C07F42}"/>
              </a:ext>
            </a:extLst>
          </p:cNvPr>
          <p:cNvSpPr>
            <a:spLocks noGrp="1"/>
          </p:cNvSpPr>
          <p:nvPr>
            <p:ph type="title"/>
          </p:nvPr>
        </p:nvSpPr>
        <p:spPr>
          <a:xfrm>
            <a:off x="468313" y="396000"/>
            <a:ext cx="8207375" cy="278290"/>
          </a:xfrm>
        </p:spPr>
        <p:txBody>
          <a:bodyPr/>
          <a:lstStyle/>
          <a:p>
            <a:pPr lvl="0"/>
            <a:r>
              <a:rPr lang="de-DE" dirty="0"/>
              <a:t>VS Code Agentic Infrastructure</a:t>
            </a:r>
          </a:p>
        </p:txBody>
      </p:sp>
      <p:pic>
        <p:nvPicPr>
          <p:cNvPr id="19" name="Picture 18">
            <a:extLst>
              <a:ext uri="{FF2B5EF4-FFF2-40B4-BE49-F238E27FC236}">
                <a16:creationId xmlns:a16="http://schemas.microsoft.com/office/drawing/2014/main" id="{AED0C2BD-6038-E2E9-3467-88FFA363101B}"/>
              </a:ext>
            </a:extLst>
          </p:cNvPr>
          <p:cNvPicPr>
            <a:picLocks noChangeAspect="1"/>
          </p:cNvPicPr>
          <p:nvPr/>
        </p:nvPicPr>
        <p:blipFill>
          <a:blip r:embed="rId3"/>
          <a:stretch>
            <a:fillRect/>
          </a:stretch>
        </p:blipFill>
        <p:spPr>
          <a:xfrm>
            <a:off x="5164777" y="1155382"/>
            <a:ext cx="3374386" cy="4010978"/>
          </a:xfrm>
          <a:prstGeom prst="rect">
            <a:avLst/>
          </a:prstGeom>
        </p:spPr>
      </p:pic>
    </p:spTree>
    <p:extLst>
      <p:ext uri="{BB962C8B-B14F-4D97-AF65-F5344CB8AC3E}">
        <p14:creationId xmlns:p14="http://schemas.microsoft.com/office/powerpoint/2010/main" val="3963534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fade">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fade">
                                      <p:cBhvr>
                                        <p:cTn id="17" dur="50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EE733-BEC0-9769-CAE9-0E93D3359B6B}"/>
            </a:ext>
          </a:extLst>
        </p:cNvPr>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621DE140-CC71-8F3C-7040-659533EF87C1}"/>
              </a:ext>
            </a:extLst>
          </p:cNvPr>
          <p:cNvSpPr>
            <a:spLocks noGrp="1"/>
          </p:cNvSpPr>
          <p:nvPr>
            <p:ph idx="1"/>
          </p:nvPr>
        </p:nvSpPr>
        <p:spPr>
          <a:xfrm>
            <a:off x="468313" y="1300162"/>
            <a:ext cx="3183599" cy="3881437"/>
          </a:xfrm>
        </p:spPr>
        <p:txBody>
          <a:bodyPr/>
          <a:lstStyle/>
          <a:p>
            <a:r>
              <a:rPr lang="en-US" sz="1400" dirty="0"/>
              <a:t>LLMs have a limited context window.</a:t>
            </a:r>
          </a:p>
          <a:p>
            <a:r>
              <a:rPr lang="en-US" sz="1400" dirty="0"/>
              <a:t>The </a:t>
            </a:r>
            <a:r>
              <a:rPr lang="en-US" sz="1400" b="1" dirty="0"/>
              <a:t>process is decomposed</a:t>
            </a:r>
            <a:r>
              <a:rPr lang="en-US" sz="1400" dirty="0"/>
              <a:t> into clear, logical steps.</a:t>
            </a:r>
          </a:p>
          <a:p>
            <a:r>
              <a:rPr lang="en-US" sz="1400" dirty="0"/>
              <a:t>Each process produces </a:t>
            </a:r>
            <a:r>
              <a:rPr lang="en-US" sz="1400" b="1" dirty="0"/>
              <a:t>outputs(.md file) </a:t>
            </a:r>
            <a:r>
              <a:rPr lang="en-US" sz="1400" dirty="0"/>
              <a:t>that become explicit </a:t>
            </a:r>
            <a:r>
              <a:rPr lang="en-US" sz="1400" b="1" dirty="0"/>
              <a:t>inputs for the next</a:t>
            </a:r>
            <a:r>
              <a:rPr lang="en-US" sz="1400" dirty="0"/>
              <a:t>, enabling agents to operate with a fresh, focused context at every stage.</a:t>
            </a:r>
          </a:p>
          <a:p>
            <a:r>
              <a:rPr lang="en-US" sz="1400" b="1" dirty="0"/>
              <a:t>Skills.md </a:t>
            </a:r>
            <a:r>
              <a:rPr lang="en-US" sz="1400" dirty="0"/>
              <a:t>defines reusable agent capabilities which are read when needed, while tool definition is provided in the prompt file.</a:t>
            </a:r>
          </a:p>
          <a:p>
            <a:r>
              <a:rPr lang="en-US" sz="1400" dirty="0"/>
              <a:t>Summarize conversation.</a:t>
            </a:r>
          </a:p>
          <a:p>
            <a:r>
              <a:rPr lang="en-US" sz="1400" dirty="0"/>
              <a:t>Playwright-cli as tool.</a:t>
            </a:r>
          </a:p>
          <a:p>
            <a:endParaRPr lang="en-US" sz="1400" dirty="0"/>
          </a:p>
        </p:txBody>
      </p:sp>
      <p:sp>
        <p:nvSpPr>
          <p:cNvPr id="3" name="Date Placeholder 2">
            <a:extLst>
              <a:ext uri="{FF2B5EF4-FFF2-40B4-BE49-F238E27FC236}">
                <a16:creationId xmlns:a16="http://schemas.microsoft.com/office/drawing/2014/main" id="{470EC823-2C9C-E763-14CE-8EC72FE24459}"/>
              </a:ext>
            </a:extLst>
          </p:cNvPr>
          <p:cNvSpPr>
            <a:spLocks noGrp="1"/>
          </p:cNvSpPr>
          <p:nvPr>
            <p:ph type="dt" sz="half" idx="10"/>
          </p:nvPr>
        </p:nvSpPr>
        <p:spPr>
          <a:xfrm>
            <a:off x="7754400" y="5418000"/>
            <a:ext cx="532800" cy="126000"/>
          </a:xfrm>
        </p:spPr>
        <p:txBody>
          <a:bodyPr/>
          <a:lstStyle/>
          <a:p>
            <a:fld id="{5A2614FD-D6D8-4832-9998-0326862FDF13}" type="datetime1">
              <a:rPr lang="de-DE" smtClean="0"/>
              <a:pPr/>
              <a:t>23.02.2026</a:t>
            </a:fld>
            <a:endParaRPr lang="de-DE" dirty="0"/>
          </a:p>
        </p:txBody>
      </p:sp>
      <p:sp>
        <p:nvSpPr>
          <p:cNvPr id="4" name="Footer Placeholder 3">
            <a:extLst>
              <a:ext uri="{FF2B5EF4-FFF2-40B4-BE49-F238E27FC236}">
                <a16:creationId xmlns:a16="http://schemas.microsoft.com/office/drawing/2014/main" id="{27A93AD8-E2B3-E5CD-E427-E5B6FCB21FD1}"/>
              </a:ext>
            </a:extLst>
          </p:cNvPr>
          <p:cNvSpPr>
            <a:spLocks noGrp="1"/>
          </p:cNvSpPr>
          <p:nvPr>
            <p:ph type="ftr" sz="quarter" idx="11"/>
          </p:nvPr>
        </p:nvSpPr>
        <p:spPr>
          <a:xfrm>
            <a:off x="468313" y="5418000"/>
            <a:ext cx="6061913" cy="126000"/>
          </a:xfrm>
        </p:spPr>
        <p:txBody>
          <a:bodyPr/>
          <a:lstStyle/>
          <a:p>
            <a:r>
              <a:rPr lang="de-DE" dirty="0"/>
              <a:t>University of Stuttgart, IAS</a:t>
            </a:r>
          </a:p>
        </p:txBody>
      </p:sp>
      <p:sp>
        <p:nvSpPr>
          <p:cNvPr id="5" name="Slide Number Placeholder 4">
            <a:extLst>
              <a:ext uri="{FF2B5EF4-FFF2-40B4-BE49-F238E27FC236}">
                <a16:creationId xmlns:a16="http://schemas.microsoft.com/office/drawing/2014/main" id="{3602A420-914F-AACC-5649-B92CF81E6274}"/>
              </a:ext>
            </a:extLst>
          </p:cNvPr>
          <p:cNvSpPr>
            <a:spLocks noGrp="1"/>
          </p:cNvSpPr>
          <p:nvPr>
            <p:ph type="sldNum" sz="quarter" idx="12"/>
          </p:nvPr>
        </p:nvSpPr>
        <p:spPr>
          <a:xfrm>
            <a:off x="8539200" y="5418000"/>
            <a:ext cx="223200" cy="126000"/>
          </a:xfrm>
        </p:spPr>
        <p:txBody>
          <a:bodyPr/>
          <a:lstStyle/>
          <a:p>
            <a:fld id="{9E82CC3C-1DC0-4FDA-9590-6CC506AB67F8}" type="slidenum">
              <a:rPr lang="de-DE" smtClean="0"/>
              <a:pPr/>
              <a:t>20</a:t>
            </a:fld>
            <a:endParaRPr lang="de-DE" dirty="0"/>
          </a:p>
        </p:txBody>
      </p:sp>
      <p:sp>
        <p:nvSpPr>
          <p:cNvPr id="6" name="Text Placeholder 5">
            <a:extLst>
              <a:ext uri="{FF2B5EF4-FFF2-40B4-BE49-F238E27FC236}">
                <a16:creationId xmlns:a16="http://schemas.microsoft.com/office/drawing/2014/main" id="{48424E9D-5D1C-B945-DFC8-03AC292A24D3}"/>
              </a:ext>
            </a:extLst>
          </p:cNvPr>
          <p:cNvSpPr>
            <a:spLocks noGrp="1"/>
          </p:cNvSpPr>
          <p:nvPr>
            <p:ph type="body" sz="quarter" idx="13"/>
          </p:nvPr>
        </p:nvSpPr>
        <p:spPr>
          <a:xfrm>
            <a:off x="468000" y="716400"/>
            <a:ext cx="8208000" cy="276225"/>
          </a:xfrm>
        </p:spPr>
        <p:txBody>
          <a:bodyPr/>
          <a:lstStyle/>
          <a:p>
            <a:r>
              <a:rPr lang="en-US" dirty="0"/>
              <a:t>Context Management and Tools</a:t>
            </a:r>
          </a:p>
        </p:txBody>
      </p:sp>
      <p:sp>
        <p:nvSpPr>
          <p:cNvPr id="7" name="Title 6">
            <a:extLst>
              <a:ext uri="{FF2B5EF4-FFF2-40B4-BE49-F238E27FC236}">
                <a16:creationId xmlns:a16="http://schemas.microsoft.com/office/drawing/2014/main" id="{42F25A54-9827-6B4A-19EC-5AD7426531F1}"/>
              </a:ext>
            </a:extLst>
          </p:cNvPr>
          <p:cNvSpPr>
            <a:spLocks noGrp="1"/>
          </p:cNvSpPr>
          <p:nvPr>
            <p:ph type="title"/>
          </p:nvPr>
        </p:nvSpPr>
        <p:spPr>
          <a:xfrm>
            <a:off x="468313" y="396000"/>
            <a:ext cx="8207375" cy="278290"/>
          </a:xfrm>
        </p:spPr>
        <p:txBody>
          <a:bodyPr/>
          <a:lstStyle/>
          <a:p>
            <a:pPr lvl="0"/>
            <a:r>
              <a:rPr lang="de-DE" dirty="0"/>
              <a:t>VS Code Agentic Infrastructure</a:t>
            </a:r>
          </a:p>
        </p:txBody>
      </p:sp>
      <p:pic>
        <p:nvPicPr>
          <p:cNvPr id="17" name="Picture 16">
            <a:extLst>
              <a:ext uri="{FF2B5EF4-FFF2-40B4-BE49-F238E27FC236}">
                <a16:creationId xmlns:a16="http://schemas.microsoft.com/office/drawing/2014/main" id="{D5D06E53-7C8E-2F74-3072-656A47E48437}"/>
              </a:ext>
            </a:extLst>
          </p:cNvPr>
          <p:cNvPicPr>
            <a:picLocks noChangeAspect="1"/>
          </p:cNvPicPr>
          <p:nvPr/>
        </p:nvPicPr>
        <p:blipFill>
          <a:blip r:embed="rId3"/>
          <a:stretch>
            <a:fillRect/>
          </a:stretch>
        </p:blipFill>
        <p:spPr>
          <a:xfrm>
            <a:off x="4175311" y="472440"/>
            <a:ext cx="1902194" cy="2044337"/>
          </a:xfrm>
          <a:prstGeom prst="rect">
            <a:avLst/>
          </a:prstGeom>
        </p:spPr>
      </p:pic>
      <p:pic>
        <p:nvPicPr>
          <p:cNvPr id="19" name="Picture 18">
            <a:extLst>
              <a:ext uri="{FF2B5EF4-FFF2-40B4-BE49-F238E27FC236}">
                <a16:creationId xmlns:a16="http://schemas.microsoft.com/office/drawing/2014/main" id="{3D45D659-9665-626F-A49A-34C1512D8185}"/>
              </a:ext>
            </a:extLst>
          </p:cNvPr>
          <p:cNvPicPr>
            <a:picLocks noChangeAspect="1"/>
          </p:cNvPicPr>
          <p:nvPr/>
        </p:nvPicPr>
        <p:blipFill>
          <a:blip r:embed="rId4"/>
          <a:stretch>
            <a:fillRect/>
          </a:stretch>
        </p:blipFill>
        <p:spPr>
          <a:xfrm>
            <a:off x="4175311" y="2579483"/>
            <a:ext cx="4887250" cy="2521155"/>
          </a:xfrm>
          <a:prstGeom prst="rect">
            <a:avLst/>
          </a:prstGeom>
        </p:spPr>
      </p:pic>
      <p:pic>
        <p:nvPicPr>
          <p:cNvPr id="20" name="Picture 19">
            <a:extLst>
              <a:ext uri="{FF2B5EF4-FFF2-40B4-BE49-F238E27FC236}">
                <a16:creationId xmlns:a16="http://schemas.microsoft.com/office/drawing/2014/main" id="{64EB06E1-51D4-3115-621A-D9B9F3D7B53F}"/>
              </a:ext>
            </a:extLst>
          </p:cNvPr>
          <p:cNvPicPr>
            <a:picLocks noChangeAspect="1"/>
          </p:cNvPicPr>
          <p:nvPr/>
        </p:nvPicPr>
        <p:blipFill>
          <a:blip r:embed="rId5"/>
          <a:srcRect l="2176" r="32455"/>
          <a:stretch>
            <a:fillRect/>
          </a:stretch>
        </p:blipFill>
        <p:spPr>
          <a:xfrm>
            <a:off x="6145530" y="472440"/>
            <a:ext cx="2905601" cy="2044337"/>
          </a:xfrm>
          <a:prstGeom prst="rect">
            <a:avLst/>
          </a:prstGeom>
        </p:spPr>
      </p:pic>
    </p:spTree>
    <p:extLst>
      <p:ext uri="{BB962C8B-B14F-4D97-AF65-F5344CB8AC3E}">
        <p14:creationId xmlns:p14="http://schemas.microsoft.com/office/powerpoint/2010/main" val="879176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fade">
                                      <p:cBhvr>
                                        <p:cTn id="12" dur="500"/>
                                        <p:tgtEl>
                                          <p:spTgt spid="1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animEffect transition="in" filter="fade">
                                      <p:cBhvr>
                                        <p:cTn id="17" dur="500"/>
                                        <p:tgtEl>
                                          <p:spTgt spid="1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xEl>
                                              <p:pRg st="2" end="2"/>
                                            </p:txEl>
                                          </p:spTgt>
                                        </p:tgtEl>
                                        <p:attrNameLst>
                                          <p:attrName>style.visibility</p:attrName>
                                        </p:attrNameLst>
                                      </p:cBhvr>
                                      <p:to>
                                        <p:strVal val="visible"/>
                                      </p:to>
                                    </p:set>
                                    <p:animEffect transition="in" filter="fade">
                                      <p:cBhvr>
                                        <p:cTn id="22" dur="500"/>
                                        <p:tgtEl>
                                          <p:spTgt spid="1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xEl>
                                              <p:pRg st="3" end="3"/>
                                            </p:txEl>
                                          </p:spTgt>
                                        </p:tgtEl>
                                        <p:attrNameLst>
                                          <p:attrName>style.visibility</p:attrName>
                                        </p:attrNameLst>
                                      </p:cBhvr>
                                      <p:to>
                                        <p:strVal val="visible"/>
                                      </p:to>
                                    </p:set>
                                    <p:animEffect transition="in" filter="fade">
                                      <p:cBhvr>
                                        <p:cTn id="27" dur="500"/>
                                        <p:tgtEl>
                                          <p:spTgt spid="1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
                                            <p:txEl>
                                              <p:pRg st="4" end="4"/>
                                            </p:txEl>
                                          </p:spTgt>
                                        </p:tgtEl>
                                        <p:attrNameLst>
                                          <p:attrName>style.visibility</p:attrName>
                                        </p:attrNameLst>
                                      </p:cBhvr>
                                      <p:to>
                                        <p:strVal val="visible"/>
                                      </p:to>
                                    </p:set>
                                    <p:animEffect transition="in" filter="fade">
                                      <p:cBhvr>
                                        <p:cTn id="32" dur="500"/>
                                        <p:tgtEl>
                                          <p:spTgt spid="1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2">
                                            <p:txEl>
                                              <p:pRg st="5" end="5"/>
                                            </p:txEl>
                                          </p:spTgt>
                                        </p:tgtEl>
                                        <p:attrNameLst>
                                          <p:attrName>style.visibility</p:attrName>
                                        </p:attrNameLst>
                                      </p:cBhvr>
                                      <p:to>
                                        <p:strVal val="visible"/>
                                      </p:to>
                                    </p:set>
                                    <p:animEffect transition="in" filter="fade">
                                      <p:cBhvr>
                                        <p:cTn id="47" dur="500"/>
                                        <p:tgtEl>
                                          <p:spTgt spid="1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DFB27-130A-960C-7408-84572DFC3EFE}"/>
            </a:ext>
          </a:extLst>
        </p:cNvPr>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D28C30EE-CCDA-EBC3-8151-4CF7B3A59964}"/>
              </a:ext>
            </a:extLst>
          </p:cNvPr>
          <p:cNvSpPr>
            <a:spLocks noGrp="1"/>
          </p:cNvSpPr>
          <p:nvPr>
            <p:ph idx="1"/>
          </p:nvPr>
        </p:nvSpPr>
        <p:spPr>
          <a:xfrm>
            <a:off x="468313" y="1141413"/>
            <a:ext cx="8207375" cy="3492500"/>
          </a:xfrm>
        </p:spPr>
        <p:txBody>
          <a:bodyPr/>
          <a:lstStyle/>
          <a:p>
            <a:r>
              <a:rPr lang="en-US" sz="1400" dirty="0"/>
              <a:t>Prompts specify roles (e.g., Senior QA Architect, Formal Modeling Engineer).</a:t>
            </a:r>
          </a:p>
          <a:p>
            <a:r>
              <a:rPr lang="en-US" sz="1400" dirty="0"/>
              <a:t>Gated and phased prompting.</a:t>
            </a:r>
          </a:p>
          <a:p>
            <a:r>
              <a:rPr lang="en-US" sz="1400" dirty="0"/>
              <a:t>Prompting is a iterative process which works when a strong baseline exists.</a:t>
            </a:r>
          </a:p>
          <a:p>
            <a:r>
              <a:rPr lang="en-US" sz="1400" dirty="0"/>
              <a:t>Prompts encode constraints (mandatory checks, forbidden shortcuts).</a:t>
            </a:r>
          </a:p>
          <a:p>
            <a:r>
              <a:rPr lang="en-US" sz="1400" dirty="0"/>
              <a:t>Task tracking and tool calls reduce hallucinations and improve traceability and visibility.</a:t>
            </a:r>
          </a:p>
          <a:p>
            <a:r>
              <a:rPr lang="en-US" sz="1400" dirty="0"/>
              <a:t>Subagents enforce quality standards and validation rules.</a:t>
            </a:r>
          </a:p>
          <a:p>
            <a:endParaRPr lang="en-US" dirty="0"/>
          </a:p>
        </p:txBody>
      </p:sp>
      <p:sp>
        <p:nvSpPr>
          <p:cNvPr id="3" name="Date Placeholder 2">
            <a:extLst>
              <a:ext uri="{FF2B5EF4-FFF2-40B4-BE49-F238E27FC236}">
                <a16:creationId xmlns:a16="http://schemas.microsoft.com/office/drawing/2014/main" id="{FB93A4DE-D6FE-0665-8486-3456D3515500}"/>
              </a:ext>
            </a:extLst>
          </p:cNvPr>
          <p:cNvSpPr>
            <a:spLocks noGrp="1"/>
          </p:cNvSpPr>
          <p:nvPr>
            <p:ph type="dt" sz="half" idx="10"/>
          </p:nvPr>
        </p:nvSpPr>
        <p:spPr>
          <a:xfrm>
            <a:off x="7754400" y="5418000"/>
            <a:ext cx="532800" cy="126000"/>
          </a:xfrm>
        </p:spPr>
        <p:txBody>
          <a:bodyPr/>
          <a:lstStyle/>
          <a:p>
            <a:fld id="{5A2614FD-D6D8-4832-9998-0326862FDF13}" type="datetime1">
              <a:rPr lang="de-DE" smtClean="0"/>
              <a:pPr/>
              <a:t>23.02.2026</a:t>
            </a:fld>
            <a:endParaRPr lang="de-DE" dirty="0"/>
          </a:p>
        </p:txBody>
      </p:sp>
      <p:sp>
        <p:nvSpPr>
          <p:cNvPr id="4" name="Footer Placeholder 3">
            <a:extLst>
              <a:ext uri="{FF2B5EF4-FFF2-40B4-BE49-F238E27FC236}">
                <a16:creationId xmlns:a16="http://schemas.microsoft.com/office/drawing/2014/main" id="{01A92415-22F7-D83E-4FE7-AC60A5B36C8F}"/>
              </a:ext>
            </a:extLst>
          </p:cNvPr>
          <p:cNvSpPr>
            <a:spLocks noGrp="1"/>
          </p:cNvSpPr>
          <p:nvPr>
            <p:ph type="ftr" sz="quarter" idx="11"/>
          </p:nvPr>
        </p:nvSpPr>
        <p:spPr>
          <a:xfrm>
            <a:off x="468313" y="5418000"/>
            <a:ext cx="6061913" cy="126000"/>
          </a:xfrm>
        </p:spPr>
        <p:txBody>
          <a:bodyPr/>
          <a:lstStyle/>
          <a:p>
            <a:r>
              <a:rPr lang="de-DE"/>
              <a:t>University of Stuttgart, IAS</a:t>
            </a:r>
            <a:endParaRPr lang="de-DE" dirty="0"/>
          </a:p>
        </p:txBody>
      </p:sp>
      <p:sp>
        <p:nvSpPr>
          <p:cNvPr id="5" name="Slide Number Placeholder 4">
            <a:extLst>
              <a:ext uri="{FF2B5EF4-FFF2-40B4-BE49-F238E27FC236}">
                <a16:creationId xmlns:a16="http://schemas.microsoft.com/office/drawing/2014/main" id="{A54346BD-DA47-971F-E859-35FA7836EAD7}"/>
              </a:ext>
            </a:extLst>
          </p:cNvPr>
          <p:cNvSpPr>
            <a:spLocks noGrp="1"/>
          </p:cNvSpPr>
          <p:nvPr>
            <p:ph type="sldNum" sz="quarter" idx="12"/>
          </p:nvPr>
        </p:nvSpPr>
        <p:spPr>
          <a:xfrm>
            <a:off x="8539200" y="5418000"/>
            <a:ext cx="223200" cy="126000"/>
          </a:xfrm>
        </p:spPr>
        <p:txBody>
          <a:bodyPr/>
          <a:lstStyle/>
          <a:p>
            <a:fld id="{9E82CC3C-1DC0-4FDA-9590-6CC506AB67F8}" type="slidenum">
              <a:rPr lang="de-DE" smtClean="0"/>
              <a:pPr/>
              <a:t>21</a:t>
            </a:fld>
            <a:endParaRPr lang="de-DE" dirty="0"/>
          </a:p>
        </p:txBody>
      </p:sp>
      <p:sp>
        <p:nvSpPr>
          <p:cNvPr id="6" name="Text Placeholder 5">
            <a:extLst>
              <a:ext uri="{FF2B5EF4-FFF2-40B4-BE49-F238E27FC236}">
                <a16:creationId xmlns:a16="http://schemas.microsoft.com/office/drawing/2014/main" id="{45B29540-92C4-AC66-A785-DD1534CAA770}"/>
              </a:ext>
            </a:extLst>
          </p:cNvPr>
          <p:cNvSpPr>
            <a:spLocks noGrp="1"/>
          </p:cNvSpPr>
          <p:nvPr>
            <p:ph type="body" sz="quarter" idx="13"/>
          </p:nvPr>
        </p:nvSpPr>
        <p:spPr>
          <a:xfrm>
            <a:off x="468000" y="716400"/>
            <a:ext cx="8208000" cy="276225"/>
          </a:xfrm>
        </p:spPr>
        <p:txBody>
          <a:bodyPr/>
          <a:lstStyle/>
          <a:p>
            <a:r>
              <a:rPr lang="en-US" dirty="0"/>
              <a:t>Prompt Design Methodology</a:t>
            </a:r>
          </a:p>
        </p:txBody>
      </p:sp>
      <p:sp>
        <p:nvSpPr>
          <p:cNvPr id="7" name="Title 6">
            <a:extLst>
              <a:ext uri="{FF2B5EF4-FFF2-40B4-BE49-F238E27FC236}">
                <a16:creationId xmlns:a16="http://schemas.microsoft.com/office/drawing/2014/main" id="{F7F0F5FB-D7C9-B720-6F51-848B3FA80DD8}"/>
              </a:ext>
            </a:extLst>
          </p:cNvPr>
          <p:cNvSpPr>
            <a:spLocks noGrp="1"/>
          </p:cNvSpPr>
          <p:nvPr>
            <p:ph type="title"/>
          </p:nvPr>
        </p:nvSpPr>
        <p:spPr>
          <a:xfrm>
            <a:off x="468313" y="396000"/>
            <a:ext cx="8207375" cy="278290"/>
          </a:xfrm>
        </p:spPr>
        <p:txBody>
          <a:bodyPr/>
          <a:lstStyle/>
          <a:p>
            <a:pPr lvl="0"/>
            <a:r>
              <a:rPr lang="de-DE" dirty="0"/>
              <a:t>VS Code Agentic Infrastructure</a:t>
            </a:r>
          </a:p>
        </p:txBody>
      </p:sp>
      <p:pic>
        <p:nvPicPr>
          <p:cNvPr id="15" name="Picture 14">
            <a:extLst>
              <a:ext uri="{FF2B5EF4-FFF2-40B4-BE49-F238E27FC236}">
                <a16:creationId xmlns:a16="http://schemas.microsoft.com/office/drawing/2014/main" id="{2EEF144C-212D-072C-89E8-46A7319B9DE8}"/>
              </a:ext>
            </a:extLst>
          </p:cNvPr>
          <p:cNvPicPr>
            <a:picLocks noChangeAspect="1"/>
          </p:cNvPicPr>
          <p:nvPr/>
        </p:nvPicPr>
        <p:blipFill>
          <a:blip r:embed="rId2"/>
          <a:stretch>
            <a:fillRect/>
          </a:stretch>
        </p:blipFill>
        <p:spPr>
          <a:xfrm>
            <a:off x="346710" y="3751486"/>
            <a:ext cx="1902632" cy="1187409"/>
          </a:xfrm>
          <a:prstGeom prst="rect">
            <a:avLst/>
          </a:prstGeom>
        </p:spPr>
      </p:pic>
      <p:pic>
        <p:nvPicPr>
          <p:cNvPr id="17" name="Picture 16">
            <a:extLst>
              <a:ext uri="{FF2B5EF4-FFF2-40B4-BE49-F238E27FC236}">
                <a16:creationId xmlns:a16="http://schemas.microsoft.com/office/drawing/2014/main" id="{7F24A188-7507-A636-7029-E31BF5CC5005}"/>
              </a:ext>
            </a:extLst>
          </p:cNvPr>
          <p:cNvPicPr>
            <a:picLocks noChangeAspect="1"/>
          </p:cNvPicPr>
          <p:nvPr/>
        </p:nvPicPr>
        <p:blipFill>
          <a:blip r:embed="rId3"/>
          <a:stretch>
            <a:fillRect/>
          </a:stretch>
        </p:blipFill>
        <p:spPr>
          <a:xfrm>
            <a:off x="2396671" y="3377435"/>
            <a:ext cx="5232083" cy="394342"/>
          </a:xfrm>
          <a:prstGeom prst="rect">
            <a:avLst/>
          </a:prstGeom>
        </p:spPr>
      </p:pic>
      <p:pic>
        <p:nvPicPr>
          <p:cNvPr id="19" name="Picture 18">
            <a:extLst>
              <a:ext uri="{FF2B5EF4-FFF2-40B4-BE49-F238E27FC236}">
                <a16:creationId xmlns:a16="http://schemas.microsoft.com/office/drawing/2014/main" id="{EFB3E0BA-D293-0164-5599-6AF0AC268142}"/>
              </a:ext>
            </a:extLst>
          </p:cNvPr>
          <p:cNvPicPr>
            <a:picLocks noChangeAspect="1"/>
          </p:cNvPicPr>
          <p:nvPr/>
        </p:nvPicPr>
        <p:blipFill>
          <a:blip r:embed="rId4"/>
          <a:stretch>
            <a:fillRect/>
          </a:stretch>
        </p:blipFill>
        <p:spPr>
          <a:xfrm>
            <a:off x="2396671" y="3868988"/>
            <a:ext cx="2343530" cy="1466755"/>
          </a:xfrm>
          <a:prstGeom prst="rect">
            <a:avLst/>
          </a:prstGeom>
        </p:spPr>
      </p:pic>
      <p:pic>
        <p:nvPicPr>
          <p:cNvPr id="21" name="Picture 20">
            <a:extLst>
              <a:ext uri="{FF2B5EF4-FFF2-40B4-BE49-F238E27FC236}">
                <a16:creationId xmlns:a16="http://schemas.microsoft.com/office/drawing/2014/main" id="{2A2114D3-A59E-3940-BFC1-B40999601B0D}"/>
              </a:ext>
            </a:extLst>
          </p:cNvPr>
          <p:cNvPicPr>
            <a:picLocks noChangeAspect="1"/>
          </p:cNvPicPr>
          <p:nvPr/>
        </p:nvPicPr>
        <p:blipFill>
          <a:blip r:embed="rId5"/>
          <a:stretch>
            <a:fillRect/>
          </a:stretch>
        </p:blipFill>
        <p:spPr>
          <a:xfrm>
            <a:off x="4977960" y="3825058"/>
            <a:ext cx="3697728" cy="1398658"/>
          </a:xfrm>
          <a:prstGeom prst="rect">
            <a:avLst/>
          </a:prstGeom>
        </p:spPr>
      </p:pic>
    </p:spTree>
    <p:extLst>
      <p:ext uri="{BB962C8B-B14F-4D97-AF65-F5344CB8AC3E}">
        <p14:creationId xmlns:p14="http://schemas.microsoft.com/office/powerpoint/2010/main" val="3959950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animEffect transition="in" filter="fade">
                                      <p:cBhvr>
                                        <p:cTn id="17" dur="500"/>
                                        <p:tgtEl>
                                          <p:spTgt spid="1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xEl>
                                              <p:pRg st="2" end="2"/>
                                            </p:txEl>
                                          </p:spTgt>
                                        </p:tgtEl>
                                        <p:attrNameLst>
                                          <p:attrName>style.visibility</p:attrName>
                                        </p:attrNameLst>
                                      </p:cBhvr>
                                      <p:to>
                                        <p:strVal val="visible"/>
                                      </p:to>
                                    </p:set>
                                    <p:animEffect transition="in" filter="fade">
                                      <p:cBhvr>
                                        <p:cTn id="22" dur="500"/>
                                        <p:tgtEl>
                                          <p:spTgt spid="1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
                                            <p:txEl>
                                              <p:pRg st="3" end="3"/>
                                            </p:txEl>
                                          </p:spTgt>
                                        </p:tgtEl>
                                        <p:attrNameLst>
                                          <p:attrName>style.visibility</p:attrName>
                                        </p:attrNameLst>
                                      </p:cBhvr>
                                      <p:to>
                                        <p:strVal val="visible"/>
                                      </p:to>
                                    </p:set>
                                    <p:animEffect transition="in" filter="fade">
                                      <p:cBhvr>
                                        <p:cTn id="32" dur="500"/>
                                        <p:tgtEl>
                                          <p:spTgt spid="12">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
                                            <p:txEl>
                                              <p:pRg st="4" end="4"/>
                                            </p:txEl>
                                          </p:spTgt>
                                        </p:tgtEl>
                                        <p:attrNameLst>
                                          <p:attrName>style.visibility</p:attrName>
                                        </p:attrNameLst>
                                      </p:cBhvr>
                                      <p:to>
                                        <p:strVal val="visible"/>
                                      </p:to>
                                    </p:set>
                                    <p:animEffect transition="in" filter="fade">
                                      <p:cBhvr>
                                        <p:cTn id="37" dur="500"/>
                                        <p:tgtEl>
                                          <p:spTgt spid="12">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2">
                                            <p:txEl>
                                              <p:pRg st="5" end="5"/>
                                            </p:txEl>
                                          </p:spTgt>
                                        </p:tgtEl>
                                        <p:attrNameLst>
                                          <p:attrName>style.visibility</p:attrName>
                                        </p:attrNameLst>
                                      </p:cBhvr>
                                      <p:to>
                                        <p:strVal val="visible"/>
                                      </p:to>
                                    </p:set>
                                    <p:animEffect transition="in" filter="fade">
                                      <p:cBhvr>
                                        <p:cTn id="47" dur="500"/>
                                        <p:tgtEl>
                                          <p:spTgt spid="12">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ACBDB-F852-EBD8-4BBF-28C563F0291D}"/>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33FB412A-AA1C-87FC-6E48-6EC269C0D6F4}"/>
              </a:ext>
            </a:extLst>
          </p:cNvPr>
          <p:cNvSpPr>
            <a:spLocks noGrp="1"/>
          </p:cNvSpPr>
          <p:nvPr>
            <p:ph type="dt" sz="half" idx="10"/>
          </p:nvPr>
        </p:nvSpPr>
        <p:spPr>
          <a:xfrm>
            <a:off x="7754400" y="5418000"/>
            <a:ext cx="532800" cy="126000"/>
          </a:xfrm>
        </p:spPr>
        <p:txBody>
          <a:bodyPr/>
          <a:lstStyle/>
          <a:p>
            <a:fld id="{5A2614FD-D6D8-4832-9998-0326862FDF13}" type="datetime1">
              <a:rPr lang="de-DE" smtClean="0"/>
              <a:pPr/>
              <a:t>23.02.2026</a:t>
            </a:fld>
            <a:endParaRPr lang="de-DE" dirty="0"/>
          </a:p>
        </p:txBody>
      </p:sp>
      <p:sp>
        <p:nvSpPr>
          <p:cNvPr id="4" name="Footer Placeholder 3">
            <a:extLst>
              <a:ext uri="{FF2B5EF4-FFF2-40B4-BE49-F238E27FC236}">
                <a16:creationId xmlns:a16="http://schemas.microsoft.com/office/drawing/2014/main" id="{1379AFC9-F2D5-16F7-16C6-FF76D0A9BDE2}"/>
              </a:ext>
            </a:extLst>
          </p:cNvPr>
          <p:cNvSpPr>
            <a:spLocks noGrp="1"/>
          </p:cNvSpPr>
          <p:nvPr>
            <p:ph type="ftr" sz="quarter" idx="11"/>
          </p:nvPr>
        </p:nvSpPr>
        <p:spPr>
          <a:xfrm>
            <a:off x="468313" y="5418000"/>
            <a:ext cx="6061913" cy="126000"/>
          </a:xfrm>
        </p:spPr>
        <p:txBody>
          <a:bodyPr/>
          <a:lstStyle/>
          <a:p>
            <a:r>
              <a:rPr lang="de-DE" dirty="0"/>
              <a:t>University of Stuttgart, IAS</a:t>
            </a:r>
          </a:p>
        </p:txBody>
      </p:sp>
      <p:sp>
        <p:nvSpPr>
          <p:cNvPr id="5" name="Slide Number Placeholder 4">
            <a:extLst>
              <a:ext uri="{FF2B5EF4-FFF2-40B4-BE49-F238E27FC236}">
                <a16:creationId xmlns:a16="http://schemas.microsoft.com/office/drawing/2014/main" id="{8C69B792-3C7F-E957-1444-0C9DB9C78F8C}"/>
              </a:ext>
            </a:extLst>
          </p:cNvPr>
          <p:cNvSpPr>
            <a:spLocks noGrp="1"/>
          </p:cNvSpPr>
          <p:nvPr>
            <p:ph type="sldNum" sz="quarter" idx="12"/>
          </p:nvPr>
        </p:nvSpPr>
        <p:spPr>
          <a:xfrm>
            <a:off x="8539200" y="5418000"/>
            <a:ext cx="223200" cy="126000"/>
          </a:xfrm>
        </p:spPr>
        <p:txBody>
          <a:bodyPr/>
          <a:lstStyle/>
          <a:p>
            <a:fld id="{9E82CC3C-1DC0-4FDA-9590-6CC506AB67F8}" type="slidenum">
              <a:rPr lang="de-DE" smtClean="0"/>
              <a:pPr/>
              <a:t>22</a:t>
            </a:fld>
            <a:endParaRPr lang="de-DE" dirty="0"/>
          </a:p>
        </p:txBody>
      </p:sp>
      <p:sp>
        <p:nvSpPr>
          <p:cNvPr id="7" name="Title 6">
            <a:extLst>
              <a:ext uri="{FF2B5EF4-FFF2-40B4-BE49-F238E27FC236}">
                <a16:creationId xmlns:a16="http://schemas.microsoft.com/office/drawing/2014/main" id="{52306873-8100-110F-8B0F-0AB335919C02}"/>
              </a:ext>
            </a:extLst>
          </p:cNvPr>
          <p:cNvSpPr>
            <a:spLocks noGrp="1"/>
          </p:cNvSpPr>
          <p:nvPr>
            <p:ph type="title"/>
          </p:nvPr>
        </p:nvSpPr>
        <p:spPr>
          <a:xfrm>
            <a:off x="468313" y="396000"/>
            <a:ext cx="8207375" cy="278290"/>
          </a:xfrm>
        </p:spPr>
        <p:txBody>
          <a:bodyPr/>
          <a:lstStyle/>
          <a:p>
            <a:r>
              <a:rPr lang="en-US" dirty="0"/>
              <a:t>Learnings and Future Directions</a:t>
            </a:r>
          </a:p>
        </p:txBody>
      </p:sp>
      <p:sp>
        <p:nvSpPr>
          <p:cNvPr id="8" name="Content Placeholder 11">
            <a:extLst>
              <a:ext uri="{FF2B5EF4-FFF2-40B4-BE49-F238E27FC236}">
                <a16:creationId xmlns:a16="http://schemas.microsoft.com/office/drawing/2014/main" id="{453CD360-1581-D712-CA53-7C5AEA012289}"/>
              </a:ext>
            </a:extLst>
          </p:cNvPr>
          <p:cNvSpPr txBox="1">
            <a:spLocks/>
          </p:cNvSpPr>
          <p:nvPr/>
        </p:nvSpPr>
        <p:spPr>
          <a:xfrm>
            <a:off x="468313" y="951943"/>
            <a:ext cx="7929240" cy="3913971"/>
          </a:xfrm>
          <a:prstGeom prst="rect">
            <a:avLst/>
          </a:prstGeom>
        </p:spPr>
        <p:txBody>
          <a:bodyPr vert="horz" lIns="0" tIns="0" rIns="0" bIns="0" rtlCol="0">
            <a:noAutofit/>
          </a:bodyPr>
          <a:lstStyle>
            <a:lvl1pPr marL="171450" indent="-171450" algn="l" defTabSz="685800" rtl="0" eaLnBrk="1" latinLnBrk="0" hangingPunct="1">
              <a:lnSpc>
                <a:spcPct val="120000"/>
              </a:lnSpc>
              <a:spcBef>
                <a:spcPts val="750"/>
              </a:spcBef>
              <a:buClr>
                <a:schemeClr val="accent1"/>
              </a:buClr>
              <a:buFont typeface="Arial" panose="020B0604020202020204" pitchFamily="34" charset="0"/>
              <a:buChar char="•"/>
              <a:defRPr sz="1600" kern="1200">
                <a:solidFill>
                  <a:schemeClr val="tx1"/>
                </a:solidFill>
                <a:latin typeface="+mn-lt"/>
                <a:ea typeface="+mn-ea"/>
                <a:cs typeface="+mn-cs"/>
              </a:defRPr>
            </a:lvl1pPr>
            <a:lvl2pPr marL="360363" indent="-184150" algn="l" defTabSz="685800" rtl="0" eaLnBrk="1" latinLnBrk="0" hangingPunct="1">
              <a:lnSpc>
                <a:spcPct val="120000"/>
              </a:lnSpc>
              <a:spcBef>
                <a:spcPts val="375"/>
              </a:spcBef>
              <a:buClr>
                <a:schemeClr val="tx1"/>
              </a:buClr>
              <a:buFont typeface="Arial" panose="020B0604020202020204" pitchFamily="34" charset="0"/>
              <a:buChar char="•"/>
              <a:defRPr sz="1600" kern="1200">
                <a:solidFill>
                  <a:schemeClr val="tx1"/>
                </a:solidFill>
                <a:latin typeface="+mn-lt"/>
                <a:ea typeface="+mn-ea"/>
                <a:cs typeface="+mn-cs"/>
              </a:defRPr>
            </a:lvl2pPr>
            <a:lvl3pPr marL="536575" indent="-176213" algn="l" defTabSz="685800" rtl="0" eaLnBrk="1" latinLnBrk="0" hangingPunct="1">
              <a:lnSpc>
                <a:spcPct val="120000"/>
              </a:lnSpc>
              <a:spcBef>
                <a:spcPts val="375"/>
              </a:spcBef>
              <a:buClr>
                <a:schemeClr val="tx1"/>
              </a:buClr>
              <a:buFont typeface="Arial" panose="020B0604020202020204" pitchFamily="34" charset="0"/>
              <a:buChar char="•"/>
              <a:defRPr sz="1400" kern="1200">
                <a:solidFill>
                  <a:schemeClr val="tx1"/>
                </a:solidFill>
                <a:latin typeface="+mn-lt"/>
                <a:ea typeface="+mn-ea"/>
                <a:cs typeface="+mn-cs"/>
              </a:defRPr>
            </a:lvl3pPr>
            <a:lvl4pPr marL="720725" indent="-184150" algn="l" defTabSz="685800" rtl="0" eaLnBrk="1" latinLnBrk="0" hangingPunct="1">
              <a:lnSpc>
                <a:spcPct val="120000"/>
              </a:lnSpc>
              <a:spcBef>
                <a:spcPts val="375"/>
              </a:spcBef>
              <a:buClr>
                <a:schemeClr val="tx1"/>
              </a:buClr>
              <a:buFont typeface="Arial" panose="020B0604020202020204" pitchFamily="34" charset="0"/>
              <a:buChar char="•"/>
              <a:defRPr sz="1400" kern="1200">
                <a:solidFill>
                  <a:schemeClr val="tx1"/>
                </a:solidFill>
                <a:latin typeface="+mn-lt"/>
                <a:ea typeface="+mn-ea"/>
                <a:cs typeface="+mn-cs"/>
              </a:defRPr>
            </a:lvl4pPr>
            <a:lvl5pPr marL="896938" indent="-176213" algn="l" defTabSz="685800" rtl="0" eaLnBrk="1" latinLnBrk="0" hangingPunct="1">
              <a:lnSpc>
                <a:spcPct val="120000"/>
              </a:lnSpc>
              <a:spcBef>
                <a:spcPts val="375"/>
              </a:spcBef>
              <a:buClr>
                <a:schemeClr val="tx1"/>
              </a:buClr>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endParaRPr lang="en-US" sz="1400" dirty="0"/>
          </a:p>
          <a:p>
            <a:r>
              <a:rPr lang="en-US" sz="1400" dirty="0"/>
              <a:t>Testing APIs driven by agent  where the reinforcement algorithm or other novel algorithm , expert , findings are designed as prompt but not implemented in code. </a:t>
            </a:r>
          </a:p>
          <a:p>
            <a:r>
              <a:rPr lang="en-US" sz="1400" dirty="0"/>
              <a:t>Building and modelling the complex system side by side with Knowledge graph when the Agent explores the system under test. </a:t>
            </a:r>
          </a:p>
          <a:p>
            <a:r>
              <a:rPr lang="en-US" sz="1400" dirty="0"/>
              <a:t>Extend the framework to security testing, can help in anticipating and mitigating vulnerabilities in SDVs by generating tests that probe for security weaknesses based on documentation and observed behavior and known vulnerabilities internet. </a:t>
            </a:r>
          </a:p>
          <a:p>
            <a:r>
              <a:rPr lang="en-US" sz="1400" dirty="0"/>
              <a:t>Combine multiple LLMs output for more comprehensive results</a:t>
            </a:r>
          </a:p>
          <a:p>
            <a:r>
              <a:rPr lang="en-US" sz="1400" dirty="0"/>
              <a:t>Single prompt for multiple LLMs ? </a:t>
            </a:r>
          </a:p>
          <a:p>
            <a:endParaRPr lang="en-US" sz="1400" dirty="0"/>
          </a:p>
        </p:txBody>
      </p:sp>
    </p:spTree>
    <p:extLst>
      <p:ext uri="{BB962C8B-B14F-4D97-AF65-F5344CB8AC3E}">
        <p14:creationId xmlns:p14="http://schemas.microsoft.com/office/powerpoint/2010/main" val="2329032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50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5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fade">
                                      <p:cBhvr>
                                        <p:cTn id="17" dur="500"/>
                                        <p:tgtEl>
                                          <p:spTgt spid="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4" end="4"/>
                                            </p:txEl>
                                          </p:spTgt>
                                        </p:tgtEl>
                                        <p:attrNameLst>
                                          <p:attrName>style.visibility</p:attrName>
                                        </p:attrNameLst>
                                      </p:cBhvr>
                                      <p:to>
                                        <p:strVal val="visible"/>
                                      </p:to>
                                    </p:set>
                                    <p:animEffect transition="in" filter="fade">
                                      <p:cBhvr>
                                        <p:cTn id="22" dur="500"/>
                                        <p:tgtEl>
                                          <p:spTgt spid="8">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animEffect transition="in" filter="fade">
                                      <p:cBhvr>
                                        <p:cTn id="27"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a:extLst>
              <a:ext uri="{FF2B5EF4-FFF2-40B4-BE49-F238E27FC236}">
                <a16:creationId xmlns:a16="http://schemas.microsoft.com/office/drawing/2014/main" id="{1EDBB53E-13AF-4D2F-86A4-906FE63DC228}"/>
              </a:ext>
            </a:extLst>
          </p:cNvPr>
          <p:cNvSpPr>
            <a:spLocks noGrp="1"/>
          </p:cNvSpPr>
          <p:nvPr>
            <p:ph type="pic" sz="quarter" idx="14"/>
          </p:nvPr>
        </p:nvSpPr>
        <p:spPr/>
        <p:txBody>
          <a:bodyPr/>
          <a:lstStyle/>
          <a:p>
            <a:endParaRPr lang="en-US"/>
          </a:p>
        </p:txBody>
      </p:sp>
      <p:sp>
        <p:nvSpPr>
          <p:cNvPr id="23" name="Textplatzhalter 22"/>
          <p:cNvSpPr>
            <a:spLocks noGrp="1"/>
          </p:cNvSpPr>
          <p:nvPr>
            <p:ph type="body" sz="quarter" idx="15"/>
          </p:nvPr>
        </p:nvSpPr>
        <p:spPr/>
        <p:txBody>
          <a:bodyPr vert="horz" lIns="0" tIns="0" rIns="0" bIns="0" rtlCol="0">
            <a:noAutofit/>
          </a:bodyPr>
          <a:lstStyle/>
          <a:p>
            <a:pPr marL="0" indent="0">
              <a:buNone/>
            </a:pPr>
            <a:r>
              <a:rPr lang="de-DE" sz="1200" dirty="0">
                <a:solidFill>
                  <a:schemeClr val="bg1"/>
                </a:solidFill>
              </a:rPr>
              <a:t>Ayush Mittal</a:t>
            </a:r>
          </a:p>
        </p:txBody>
      </p:sp>
      <p:sp>
        <p:nvSpPr>
          <p:cNvPr id="3" name="Textplatzhalter 2">
            <a:extLst>
              <a:ext uri="{FF2B5EF4-FFF2-40B4-BE49-F238E27FC236}">
                <a16:creationId xmlns:a16="http://schemas.microsoft.com/office/drawing/2014/main" id="{F73AA11B-400C-45C0-941B-074206F4FE79}"/>
              </a:ext>
            </a:extLst>
          </p:cNvPr>
          <p:cNvSpPr>
            <a:spLocks noGrp="1"/>
          </p:cNvSpPr>
          <p:nvPr>
            <p:ph type="body" sz="quarter" idx="19"/>
          </p:nvPr>
        </p:nvSpPr>
        <p:spPr/>
        <p:txBody>
          <a:bodyPr/>
          <a:lstStyle/>
          <a:p>
            <a:r>
              <a:rPr lang="en-US" b="1" dirty="0"/>
              <a:t>st192649@stud.uni-stuttgart.de</a:t>
            </a:r>
            <a:endParaRPr lang="de-DE" dirty="0"/>
          </a:p>
        </p:txBody>
      </p:sp>
      <p:sp>
        <p:nvSpPr>
          <p:cNvPr id="18" name="Textplatzhalter 17"/>
          <p:cNvSpPr>
            <a:spLocks noGrp="1"/>
          </p:cNvSpPr>
          <p:nvPr>
            <p:ph type="body" sz="quarter" idx="13"/>
          </p:nvPr>
        </p:nvSpPr>
        <p:spPr/>
        <p:txBody>
          <a:bodyPr/>
          <a:lstStyle/>
          <a:p>
            <a:pPr>
              <a:spcBef>
                <a:spcPts val="0"/>
              </a:spcBef>
            </a:pPr>
            <a:r>
              <a:rPr lang="de-DE" dirty="0"/>
              <a:t>Institut </a:t>
            </a:r>
            <a:r>
              <a:rPr lang="de-DE" dirty="0" err="1"/>
              <a:t>of</a:t>
            </a:r>
            <a:r>
              <a:rPr lang="de-DE" dirty="0"/>
              <a:t> Industrial Automation</a:t>
            </a:r>
          </a:p>
          <a:p>
            <a:pPr>
              <a:spcBef>
                <a:spcPts val="0"/>
              </a:spcBef>
            </a:pPr>
            <a:r>
              <a:rPr lang="de-DE" dirty="0" err="1"/>
              <a:t>and</a:t>
            </a:r>
            <a:r>
              <a:rPr lang="de-DE" dirty="0"/>
              <a:t> Software Engineering</a:t>
            </a:r>
          </a:p>
        </p:txBody>
      </p:sp>
      <p:sp>
        <p:nvSpPr>
          <p:cNvPr id="4" name="Textplatzhalter 3">
            <a:extLst>
              <a:ext uri="{FF2B5EF4-FFF2-40B4-BE49-F238E27FC236}">
                <a16:creationId xmlns:a16="http://schemas.microsoft.com/office/drawing/2014/main" id="{B314F086-3964-43D7-AC81-D3960E7DF2D5}"/>
              </a:ext>
            </a:extLst>
          </p:cNvPr>
          <p:cNvSpPr>
            <a:spLocks noGrp="1"/>
          </p:cNvSpPr>
          <p:nvPr>
            <p:ph type="body" sz="quarter" idx="20"/>
          </p:nvPr>
        </p:nvSpPr>
        <p:spPr/>
        <p:txBody>
          <a:bodyPr/>
          <a:lstStyle/>
          <a:p>
            <a:pPr marL="0" indent="0">
              <a:buNone/>
            </a:pPr>
            <a:r>
              <a:rPr lang="de-DE" dirty="0"/>
              <a:t>INFOTECH</a:t>
            </a:r>
          </a:p>
        </p:txBody>
      </p:sp>
      <p:sp>
        <p:nvSpPr>
          <p:cNvPr id="11" name="Ellipse 10"/>
          <p:cNvSpPr/>
          <p:nvPr/>
        </p:nvSpPr>
        <p:spPr>
          <a:xfrm>
            <a:off x="7761065" y="4580497"/>
            <a:ext cx="906842" cy="9068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pic>
        <p:nvPicPr>
          <p:cNvPr id="10" name="Picture 27" descr="Logo_allein_klein"/>
          <p:cNvPicPr>
            <a:picLocks noChangeAspect="1" noChangeArrowheads="1"/>
          </p:cNvPicPr>
          <p:nvPr/>
        </p:nvPicPr>
        <p:blipFill rotWithShape="1">
          <a:blip r:embed="rId2" cstate="print"/>
          <a:srcRect t="-58805" b="-57688"/>
          <a:stretch/>
        </p:blipFill>
        <p:spPr bwMode="auto">
          <a:xfrm>
            <a:off x="7761065" y="4579145"/>
            <a:ext cx="906842" cy="904874"/>
          </a:xfrm>
          <a:prstGeom prst="ellipse">
            <a:avLst/>
          </a:prstGeom>
          <a:noFill/>
        </p:spPr>
      </p:pic>
    </p:spTree>
    <p:extLst>
      <p:ext uri="{BB962C8B-B14F-4D97-AF65-F5344CB8AC3E}">
        <p14:creationId xmlns:p14="http://schemas.microsoft.com/office/powerpoint/2010/main" val="800097114"/>
      </p:ext>
    </p:extLst>
  </p:cSld>
  <p:clrMapOvr>
    <a:masterClrMapping/>
  </p:clrMapOvr>
</p:sld>
</file>

<file path=ppt/theme/theme1.xml><?xml version="1.0" encoding="utf-8"?>
<a:theme xmlns:a="http://schemas.openxmlformats.org/drawingml/2006/main" name="Uni_Stuttgart">
  <a:themeElements>
    <a:clrScheme name="UNI COLOR">
      <a:dk1>
        <a:srgbClr val="3E444C"/>
      </a:dk1>
      <a:lt1>
        <a:sysClr val="window" lastClr="FFFFFF"/>
      </a:lt1>
      <a:dk2>
        <a:srgbClr val="000000"/>
      </a:dk2>
      <a:lt2>
        <a:srgbClr val="9F9998"/>
      </a:lt2>
      <a:accent1>
        <a:srgbClr val="00BEFF"/>
      </a:accent1>
      <a:accent2>
        <a:srgbClr val="00519E"/>
      </a:accent2>
      <a:accent3>
        <a:srgbClr val="3E444C"/>
      </a:accent3>
      <a:accent4>
        <a:srgbClr val="7DC6EA"/>
      </a:accent4>
      <a:accent5>
        <a:srgbClr val="9F9998"/>
      </a:accent5>
      <a:accent6>
        <a:srgbClr val="FFD500"/>
      </a:accent6>
      <a:hlink>
        <a:srgbClr val="00BEFF"/>
      </a:hlink>
      <a:folHlink>
        <a:srgbClr val="3E444C"/>
      </a:folHlink>
    </a:clrScheme>
    <a:fontScheme name="Universitaet_Stuttgart_Font">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marL="179388" indent="-179388">
          <a:buClr>
            <a:schemeClr val="accent1"/>
          </a:buClr>
          <a:buFont typeface="Arial" panose="020B0604020202020204" pitchFamily="34" charset="0"/>
          <a:buChar char="•"/>
          <a:defRPr sz="1600" dirty="0" smtClean="0"/>
        </a:defPPr>
      </a:lstStyle>
    </a:txDef>
  </a:objectDefaults>
  <a:extraClrSchemeLst/>
  <a:extLst>
    <a:ext uri="{05A4C25C-085E-4340-85A3-A5531E510DB2}">
      <thm15:themeFamily xmlns:thm15="http://schemas.microsoft.com/office/thememl/2012/main" name="UNI Vorlage International_16zu10.potx" id="{EEF73C58-E8FD-4D51-872B-41F250AD6A62}" vid="{DEDCFEFF-E63B-42F1-9341-A933EFF6A357}"/>
    </a:ext>
  </a:extLst>
</a:theme>
</file>

<file path=ppt/theme/theme2.xml><?xml version="1.0" encoding="utf-8"?>
<a:theme xmlns:a="http://schemas.openxmlformats.org/drawingml/2006/main" name="Office Theme">
  <a:themeElements>
    <a:clrScheme name="Universität Stuttgart Version 2">
      <a:dk1>
        <a:srgbClr val="323232"/>
      </a:dk1>
      <a:lt1>
        <a:sysClr val="window" lastClr="FFFFFF"/>
      </a:lt1>
      <a:dk2>
        <a:srgbClr val="000000"/>
      </a:dk2>
      <a:lt2>
        <a:srgbClr val="9F9998"/>
      </a:lt2>
      <a:accent1>
        <a:srgbClr val="00BEFF"/>
      </a:accent1>
      <a:accent2>
        <a:srgbClr val="004191"/>
      </a:accent2>
      <a:accent3>
        <a:srgbClr val="323232"/>
      </a:accent3>
      <a:accent4>
        <a:srgbClr val="7DC6EA"/>
      </a:accent4>
      <a:accent5>
        <a:srgbClr val="9F9998"/>
      </a:accent5>
      <a:accent6>
        <a:srgbClr val="FFD500"/>
      </a:accent6>
      <a:hlink>
        <a:srgbClr val="00BEFF"/>
      </a:hlink>
      <a:folHlink>
        <a:srgbClr val="524D4D"/>
      </a:folHlink>
    </a:clrScheme>
    <a:fontScheme name="Universität Stuttgar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Universität Stuttgart Version 2">
      <a:dk1>
        <a:srgbClr val="323232"/>
      </a:dk1>
      <a:lt1>
        <a:sysClr val="window" lastClr="FFFFFF"/>
      </a:lt1>
      <a:dk2>
        <a:srgbClr val="000000"/>
      </a:dk2>
      <a:lt2>
        <a:srgbClr val="9F9998"/>
      </a:lt2>
      <a:accent1>
        <a:srgbClr val="00BEFF"/>
      </a:accent1>
      <a:accent2>
        <a:srgbClr val="004191"/>
      </a:accent2>
      <a:accent3>
        <a:srgbClr val="323232"/>
      </a:accent3>
      <a:accent4>
        <a:srgbClr val="7DC6EA"/>
      </a:accent4>
      <a:accent5>
        <a:srgbClr val="9F9998"/>
      </a:accent5>
      <a:accent6>
        <a:srgbClr val="FFD500"/>
      </a:accent6>
      <a:hlink>
        <a:srgbClr val="00BEFF"/>
      </a:hlink>
      <a:folHlink>
        <a:srgbClr val="524D4D"/>
      </a:folHlink>
    </a:clrScheme>
    <a:fontScheme name="Universität Stuttgar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UNI Vorlage International_16zu10</Template>
  <TotalTime>1634</TotalTime>
  <Words>2043</Words>
  <Application>Microsoft Office PowerPoint</Application>
  <PresentationFormat>On-screen Show (16:10)</PresentationFormat>
  <Paragraphs>269</Paragraphs>
  <Slides>23</Slides>
  <Notes>11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23</vt:i4>
      </vt:variant>
    </vt:vector>
  </HeadingPairs>
  <TitlesOfParts>
    <vt:vector size="25" baseType="lpstr">
      <vt:lpstr>Arial</vt:lpstr>
      <vt:lpstr>Uni_Stuttgart</vt:lpstr>
      <vt:lpstr>LLM-Assisted System Test Generation from  Software Documentation</vt:lpstr>
      <vt:lpstr>Motivation</vt:lpstr>
      <vt:lpstr>Motivation</vt:lpstr>
      <vt:lpstr>Motivation</vt:lpstr>
      <vt:lpstr>Agenda</vt:lpstr>
      <vt:lpstr>Objectives</vt:lpstr>
      <vt:lpstr>Methodology Overview</vt:lpstr>
      <vt:lpstr>Representation &amp; Test Generation</vt:lpstr>
      <vt:lpstr>Representation &amp; Test Generation</vt:lpstr>
      <vt:lpstr>Representation &amp; Test Generation</vt:lpstr>
      <vt:lpstr>Representation &amp; Test Generation</vt:lpstr>
      <vt:lpstr>Methodology Overview</vt:lpstr>
      <vt:lpstr>VS Code Agentic Infrastructure</vt:lpstr>
      <vt:lpstr>VS Code Agentic Infrastructure</vt:lpstr>
      <vt:lpstr>VS Code Agentic Infrastructure</vt:lpstr>
      <vt:lpstr>Experimental Setup &amp; Results</vt:lpstr>
      <vt:lpstr>Experimental Setup &amp; Results</vt:lpstr>
      <vt:lpstr>Experimental Setup &amp; Results</vt:lpstr>
      <vt:lpstr>VS Code Agentic Infrastructure</vt:lpstr>
      <vt:lpstr>VS Code Agentic Infrastructure</vt:lpstr>
      <vt:lpstr>VS Code Agentic Infrastructure</vt:lpstr>
      <vt:lpstr>Learnings and Future Directions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ayush mittal</cp:lastModifiedBy>
  <cp:revision>12</cp:revision>
  <dcterms:created xsi:type="dcterms:W3CDTF">2017-05-26T12:23:14Z</dcterms:created>
  <dcterms:modified xsi:type="dcterms:W3CDTF">2026-02-23T18:55:04Z</dcterms:modified>
</cp:coreProperties>
</file>